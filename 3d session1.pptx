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1"/>
  </p:notesMasterIdLst>
  <p:sldIdLst>
    <p:sldId id="256" r:id="rId2"/>
    <p:sldId id="258" r:id="rId3"/>
    <p:sldId id="358" r:id="rId4"/>
    <p:sldId id="259" r:id="rId5"/>
    <p:sldId id="382" r:id="rId6"/>
    <p:sldId id="361" r:id="rId7"/>
    <p:sldId id="362" r:id="rId8"/>
    <p:sldId id="410" r:id="rId9"/>
    <p:sldId id="413" r:id="rId10"/>
    <p:sldId id="411" r:id="rId11"/>
    <p:sldId id="412" r:id="rId12"/>
    <p:sldId id="338" r:id="rId13"/>
    <p:sldId id="416" r:id="rId14"/>
    <p:sldId id="296" r:id="rId15"/>
    <p:sldId id="417" r:id="rId16"/>
    <p:sldId id="408" r:id="rId17"/>
    <p:sldId id="418" r:id="rId18"/>
    <p:sldId id="419" r:id="rId19"/>
    <p:sldId id="430" r:id="rId20"/>
    <p:sldId id="420" r:id="rId21"/>
    <p:sldId id="421" r:id="rId22"/>
    <p:sldId id="422" r:id="rId23"/>
    <p:sldId id="423" r:id="rId24"/>
    <p:sldId id="414" r:id="rId25"/>
    <p:sldId id="424" r:id="rId26"/>
    <p:sldId id="415" r:id="rId27"/>
    <p:sldId id="425" r:id="rId28"/>
    <p:sldId id="429" r:id="rId29"/>
    <p:sldId id="351" r:id="rId30"/>
  </p:sldIdLst>
  <p:sldSz cx="9144000" cy="5143500" type="screen16x9"/>
  <p:notesSz cx="6858000" cy="9144000"/>
  <p:embeddedFontLst>
    <p:embeddedFont>
      <p:font typeface="Anaheim" panose="020B0604020202020204" charset="0"/>
      <p:regular r:id="rId32"/>
      <p:bold r:id="rId33"/>
    </p:embeddedFont>
    <p:embeddedFont>
      <p:font typeface="Archivo ExtraBold" panose="020B0604020202020204" charset="0"/>
      <p:bold r:id="rId34"/>
      <p:boldItalic r:id="rId35"/>
    </p:embeddedFont>
    <p:embeddedFont>
      <p:font typeface="Arimo SemiBold" panose="020B0604020202020204" charset="0"/>
      <p:regular r:id="rId36"/>
      <p:bold r:id="rId37"/>
      <p:italic r:id="rId38"/>
      <p:boldItalic r:id="rId39"/>
    </p:embeddedFont>
    <p:embeddedFont>
      <p:font typeface="Bebas Neue" panose="020B0606020202050201" pitchFamily="34" charset="0"/>
      <p:regular r:id="rId40"/>
    </p:embeddedFont>
    <p:embeddedFont>
      <p:font typeface="Lato" panose="020F0502020204030203" pitchFamily="34" charset="0"/>
      <p:boldItalic r:id="rId41"/>
    </p:embeddedFont>
    <p:embeddedFont>
      <p:font typeface="Montserrat" panose="00000500000000000000" pitchFamily="2" charset="0"/>
      <p:regular r:id="rId42"/>
      <p:bold r:id="rId43"/>
    </p:embeddedFont>
    <p:embeddedFont>
      <p:font typeface="Nunito Light" pitchFamily="2" charset="0"/>
      <p:regular r:id="rId44"/>
    </p:embeddedFont>
    <p:embeddedFont>
      <p:font typeface="Open Sans" panose="020B0606030504020204" pitchFamily="34" charset="0"/>
      <p:italic r:id="rId45"/>
    </p:embeddedFont>
    <p:embeddedFont>
      <p:font typeface="Orbitron" panose="020B060402020202020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7F"/>
    <a:srgbClr val="122B57"/>
    <a:srgbClr val="212121"/>
    <a:srgbClr val="2574A0"/>
    <a:srgbClr val="1E9BBE"/>
    <a:srgbClr val="A1054E"/>
    <a:srgbClr val="BC0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A026B2-3B89-4F4F-98E4-2A92324FB0AA}">
  <a:tblStyle styleId="{44A026B2-3B89-4F4F-98E4-2A92324FB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36242F-FA6E-4C80-88F3-79A3840D32E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5" name="Google Shape;308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0" name="Google Shape;317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5FDCE002-6FCA-E8E1-26D0-954CA321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7B75A138-9E90-9A11-AA9C-1D5EC95C8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14F21ACE-75A9-8F0E-C3A4-B8C0F8AA8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980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1299D67B-3A7B-ACF7-1509-C4E80C26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896B2AE-A4CE-A162-80D9-E19ADEEF5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9826CFB0-2337-FC8C-950F-6FBC39593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61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47D1386B-E5A3-37A8-4C23-3A1BFA4F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D8CC6CB-253E-A3E9-F384-404730355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30B5CA8-A548-BE35-D96D-6665C8A67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465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D0F14DDB-3C84-F478-F138-C2173AEF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7BD2130-0318-EC7D-C3A2-ABD524272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AAFEA46A-6C9C-D5E1-7B44-DF495439A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267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A9BD6AD6-AEE2-1932-B3C5-003C0BA8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C98FE838-38B3-A9A1-C622-D293A02D1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C6ADDC17-8E06-120D-8075-A022A5DBE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880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EE1CA6D8-579D-6578-7AF2-E9AD0744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6031859-1C4F-77C4-C39E-5065648BD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B3805CD7-2EB0-6C3F-D0A3-13F1D4328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9632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D5C4255-EE75-F392-5184-3DA8A5B4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D9522384-BE98-8E84-C747-7B2558CBF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6540E8FB-EE73-C64D-948B-5172C1B5B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423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08E8E75E-6752-5DE2-28DC-FF7C934C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4EC6A572-1744-4CFA-7897-9230084E1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9DEABEC4-43E0-BDD1-A913-F9D3B6903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286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638F5CD8-EA22-C6D4-8E0A-D69BC2E1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0475F6AC-009B-6A63-824A-BD93E2450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6A53923C-8F09-F017-4E1E-8EEED8E25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4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ACA592E1-CA30-45D6-0FC9-2234DFF2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ECF3AF7-1474-44E6-651F-57CFA873B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423DC28-2626-C906-77DA-0B718BE3D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23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BC87BB6-D1E5-EDFD-8391-BE79C36E9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E66A38E-9D89-73BD-9895-BBF0D685F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811193FB-9D97-8727-4A84-77CFD2C3B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743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79C40141-6A81-9E88-5B13-B97A5BA4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8E25674A-8188-733C-FAA2-78FFEB27F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E727F3D8-0AB0-E33E-7A33-62EC3BB3F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54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B1EA02C7-7C37-634D-1B13-AE95BC87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C9759B2-B889-EE51-88D8-62EAAB4D2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BD1B54E-F583-7C46-A452-47EF64DC5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489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234D913-3CE5-DF65-2411-D75F2C5E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4DAB286-86E6-005E-53DC-90BB587AF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652A151-88E6-AA8B-C426-9D3F766AE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809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38091C9-3C0E-2B94-5CD8-BE9C7FB0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D4753204-977D-DBB8-D5C4-901C62DBF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6B3CFB7-33A8-DA09-F631-C88BB3450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602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89038007-9077-4D10-9D01-6930699A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572FF3B4-97F1-CC70-F368-A61A2CEFD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3B987BC-7A7B-320E-C5AA-AEA81C775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0548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C6E47A37-E04A-3317-AC20-432F82BD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59117CB-8924-56D1-E4AC-1D95D7B8D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CF4AB6C3-CD7A-3793-425E-889BCFBE4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499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6475BB9-4266-8230-1E0B-13294A22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9DC7B1E-8A85-7776-5EA3-F3345A7485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71DF710-E4DF-8DED-380E-360949078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350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B61E3B7-F70C-4B88-8016-3F168047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E3D44F4-AFB8-B013-2A2C-5F6F19F4E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3B38C655-8F8F-80FE-E9F8-027B06221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546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44A6DA77-FC7C-8FA1-418F-85A0E412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1835AEC5-EF5F-84BC-1E97-59CCD8DFA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8B6384D2-8B30-77EF-C58A-A9CB1D9D6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3072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179F4A3-479A-29EA-CF46-86145B56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2AF927D4-215E-C73B-EC27-1A38959F6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D931A66C-45AF-DF1A-BC87-3B715390F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76770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AAE5A8F0-553F-CA6F-E504-E9BE4903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36DB46FE-DE4F-5C29-EF63-550060BA3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C4F687ED-B079-A222-38D7-C0D81D6E6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248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3A49B145-C976-4339-3439-7B67A90E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49D84070-5F65-1781-7D30-29A84854C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432486F0-D35B-025C-E957-4B9724F0E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336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E2F3392-6A73-6C73-9C76-522084F0F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F0F7D6C-C4B6-79C0-E97D-CBEC2DBA9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3EFF6E4C-F8BD-93E8-3822-10443872A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19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8">
          <a:extLst>
            <a:ext uri="{FF2B5EF4-FFF2-40B4-BE49-F238E27FC236}">
              <a16:creationId xmlns:a16="http://schemas.microsoft.com/office/drawing/2014/main" id="{D9537314-6B05-2C2B-0331-9FF8743D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g135e18421cc_13_10:notes">
            <a:extLst>
              <a:ext uri="{FF2B5EF4-FFF2-40B4-BE49-F238E27FC236}">
                <a16:creationId xmlns:a16="http://schemas.microsoft.com/office/drawing/2014/main" id="{3ABB3794-D0D5-F5D7-FC36-67BF22DB3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0" name="Google Shape;4200;g135e18421cc_13_10:notes">
            <a:extLst>
              <a:ext uri="{FF2B5EF4-FFF2-40B4-BE49-F238E27FC236}">
                <a16:creationId xmlns:a16="http://schemas.microsoft.com/office/drawing/2014/main" id="{C47BEB8F-9AFB-0707-36A8-6E185EDFA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7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0" name="Google Shape;10;p2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55;p2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" name="Google Shape;92;p2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3" name="Google Shape;93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2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6" name="Google Shape;166;p2"/>
          <p:cNvSpPr txBox="1">
            <a:spLocks noGrp="1"/>
          </p:cNvSpPr>
          <p:nvPr>
            <p:ph type="ctrTitle"/>
          </p:nvPr>
        </p:nvSpPr>
        <p:spPr>
          <a:xfrm>
            <a:off x="713225" y="920900"/>
            <a:ext cx="4525800" cy="28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"/>
          <p:cNvSpPr txBox="1">
            <a:spLocks noGrp="1"/>
          </p:cNvSpPr>
          <p:nvPr>
            <p:ph type="subTitle" idx="1"/>
          </p:nvPr>
        </p:nvSpPr>
        <p:spPr>
          <a:xfrm>
            <a:off x="713225" y="3746800"/>
            <a:ext cx="4341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8" name="Google Shape;168;p2"/>
          <p:cNvGrpSpPr/>
          <p:nvPr/>
        </p:nvGrpSpPr>
        <p:grpSpPr>
          <a:xfrm flipH="1">
            <a:off x="8430779" y="539492"/>
            <a:ext cx="205749" cy="1508819"/>
            <a:chOff x="425780" y="482769"/>
            <a:chExt cx="127819" cy="561525"/>
          </a:xfrm>
        </p:grpSpPr>
        <p:sp>
          <p:nvSpPr>
            <p:cNvPr id="169" name="Google Shape;169;p2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78" name="Google Shape;178;p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87" name="Google Shape;187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24" name="Google Shape;224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61" name="Google Shape;261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4" name="Google Shape;334;p3"/>
          <p:cNvSpPr txBox="1">
            <a:spLocks noGrp="1"/>
          </p:cNvSpPr>
          <p:nvPr>
            <p:ph type="title"/>
          </p:nvPr>
        </p:nvSpPr>
        <p:spPr>
          <a:xfrm>
            <a:off x="713225" y="2007450"/>
            <a:ext cx="4068900" cy="16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5" name="Google Shape;335;p3"/>
          <p:cNvSpPr txBox="1">
            <a:spLocks noGrp="1"/>
          </p:cNvSpPr>
          <p:nvPr>
            <p:ph type="title" idx="2" hasCustomPrompt="1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3"/>
          <p:cNvSpPr txBox="1">
            <a:spLocks noGrp="1"/>
          </p:cNvSpPr>
          <p:nvPr>
            <p:ph type="subTitle" idx="1"/>
          </p:nvPr>
        </p:nvSpPr>
        <p:spPr>
          <a:xfrm>
            <a:off x="713225" y="3680475"/>
            <a:ext cx="40689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 b="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7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821" name="Google Shape;821;p7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828;p7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829" name="Google Shape;829;p7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830" name="Google Shape;830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" name="Google Shape;866;p7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867" name="Google Shape;867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3" name="Google Shape;903;p7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04" name="Google Shape;904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0" name="Google Shape;940;p7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941" name="Google Shape;941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77" name="Google Shape;977;p7"/>
          <p:cNvSpPr txBox="1">
            <a:spLocks noGrp="1"/>
          </p:cNvSpPr>
          <p:nvPr>
            <p:ph type="title"/>
          </p:nvPr>
        </p:nvSpPr>
        <p:spPr>
          <a:xfrm>
            <a:off x="811975" y="10611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8" name="Google Shape;978;p7"/>
          <p:cNvSpPr txBox="1">
            <a:spLocks noGrp="1"/>
          </p:cNvSpPr>
          <p:nvPr>
            <p:ph type="subTitle" idx="1"/>
          </p:nvPr>
        </p:nvSpPr>
        <p:spPr>
          <a:xfrm>
            <a:off x="811975" y="1762887"/>
            <a:ext cx="3759900" cy="17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79" name="Google Shape;979;p7"/>
          <p:cNvSpPr>
            <a:spLocks noGrp="1"/>
          </p:cNvSpPr>
          <p:nvPr>
            <p:ph type="pic" idx="2"/>
          </p:nvPr>
        </p:nvSpPr>
        <p:spPr>
          <a:xfrm>
            <a:off x="4873575" y="539550"/>
            <a:ext cx="34851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8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982" name="Google Shape;982;p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9" name="Google Shape;989;p8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990" name="Google Shape;990;p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991" name="Google Shape;991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7" name="Google Shape;1027;p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028" name="Google Shape;1028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4" name="Google Shape;1064;p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065" name="Google Shape;1065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1" name="Google Shape;1101;p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102" name="Google Shape;1102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38" name="Google Shape;113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oogle Shape;1140;p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141" name="Google Shape;1141;p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8" name="Google Shape;1148;p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149" name="Google Shape;1149;p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150" name="Google Shape;1150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6" name="Google Shape;1186;p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187" name="Google Shape;1187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3" name="Google Shape;1223;p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224" name="Google Shape;1224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261" name="Google Shape;1261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7" name="Google Shape;129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8" name="Google Shape;129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01" name="Google Shape;1301;p1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302" name="Google Shape;1302;p1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7" name="Google Shape;1307;p1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308" name="Google Shape;1308;p1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309" name="Google Shape;1309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1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346" name="Google Shape;1346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2" name="Google Shape;1382;p1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383" name="Google Shape;1383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9" name="Google Shape;1419;p1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420" name="Google Shape;1420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1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619" name="Google Shape;1619;p1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1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627" name="Google Shape;1627;p1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628" name="Google Shape;1628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4" name="Google Shape;1664;p1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665" name="Google Shape;1665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1" name="Google Shape;1701;p1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702" name="Google Shape;1702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8" name="Google Shape;1738;p1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739" name="Google Shape;1739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75" name="Google Shape;17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76" name="Google Shape;1776;p13"/>
          <p:cNvSpPr txBox="1">
            <a:spLocks noGrp="1"/>
          </p:cNvSpPr>
          <p:nvPr>
            <p:ph type="title" idx="2" hasCustomPrompt="1"/>
          </p:nvPr>
        </p:nvSpPr>
        <p:spPr>
          <a:xfrm>
            <a:off x="83582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7" name="Google Shape;1777;p13"/>
          <p:cNvSpPr txBox="1">
            <a:spLocks noGrp="1"/>
          </p:cNvSpPr>
          <p:nvPr>
            <p:ph type="title" idx="3" hasCustomPrompt="1"/>
          </p:nvPr>
        </p:nvSpPr>
        <p:spPr>
          <a:xfrm>
            <a:off x="83582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8" name="Google Shape;1778;p13"/>
          <p:cNvSpPr txBox="1">
            <a:spLocks noGrp="1"/>
          </p:cNvSpPr>
          <p:nvPr>
            <p:ph type="title" idx="4" hasCustomPrompt="1"/>
          </p:nvPr>
        </p:nvSpPr>
        <p:spPr>
          <a:xfrm>
            <a:off x="377307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9" name="Google Shape;1779;p13"/>
          <p:cNvSpPr txBox="1">
            <a:spLocks noGrp="1"/>
          </p:cNvSpPr>
          <p:nvPr>
            <p:ph type="title" idx="5" hasCustomPrompt="1"/>
          </p:nvPr>
        </p:nvSpPr>
        <p:spPr>
          <a:xfrm>
            <a:off x="377307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0" name="Google Shape;1780;p13"/>
          <p:cNvSpPr txBox="1">
            <a:spLocks noGrp="1"/>
          </p:cNvSpPr>
          <p:nvPr>
            <p:ph type="subTitle" idx="1"/>
          </p:nvPr>
        </p:nvSpPr>
        <p:spPr>
          <a:xfrm>
            <a:off x="71322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1" name="Google Shape;1781;p13"/>
          <p:cNvSpPr txBox="1">
            <a:spLocks noGrp="1"/>
          </p:cNvSpPr>
          <p:nvPr>
            <p:ph type="subTitle" idx="6"/>
          </p:nvPr>
        </p:nvSpPr>
        <p:spPr>
          <a:xfrm>
            <a:off x="365047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2" name="Google Shape;1782;p13"/>
          <p:cNvSpPr txBox="1">
            <a:spLocks noGrp="1"/>
          </p:cNvSpPr>
          <p:nvPr>
            <p:ph type="subTitle" idx="7"/>
          </p:nvPr>
        </p:nvSpPr>
        <p:spPr>
          <a:xfrm>
            <a:off x="71322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3" name="Google Shape;1783;p13"/>
          <p:cNvSpPr txBox="1">
            <a:spLocks noGrp="1"/>
          </p:cNvSpPr>
          <p:nvPr>
            <p:ph type="subTitle" idx="8"/>
          </p:nvPr>
        </p:nvSpPr>
        <p:spPr>
          <a:xfrm>
            <a:off x="365047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4" name="Google Shape;1784;p13"/>
          <p:cNvSpPr txBox="1">
            <a:spLocks noGrp="1"/>
          </p:cNvSpPr>
          <p:nvPr>
            <p:ph type="subTitle" idx="9"/>
          </p:nvPr>
        </p:nvSpPr>
        <p:spPr>
          <a:xfrm>
            <a:off x="71322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5" name="Google Shape;1785;p13"/>
          <p:cNvSpPr txBox="1">
            <a:spLocks noGrp="1"/>
          </p:cNvSpPr>
          <p:nvPr>
            <p:ph type="subTitle" idx="13"/>
          </p:nvPr>
        </p:nvSpPr>
        <p:spPr>
          <a:xfrm>
            <a:off x="365047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13"/>
          <p:cNvSpPr txBox="1">
            <a:spLocks noGrp="1"/>
          </p:cNvSpPr>
          <p:nvPr>
            <p:ph type="subTitle" idx="14"/>
          </p:nvPr>
        </p:nvSpPr>
        <p:spPr>
          <a:xfrm>
            <a:off x="71322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7" name="Google Shape;1787;p13"/>
          <p:cNvSpPr txBox="1">
            <a:spLocks noGrp="1"/>
          </p:cNvSpPr>
          <p:nvPr>
            <p:ph type="subTitle" idx="15"/>
          </p:nvPr>
        </p:nvSpPr>
        <p:spPr>
          <a:xfrm>
            <a:off x="365047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88" name="Google Shape;1788;p13"/>
          <p:cNvGrpSpPr/>
          <p:nvPr/>
        </p:nvGrpSpPr>
        <p:grpSpPr>
          <a:xfrm rot="5400000" flipH="1">
            <a:off x="7238168" y="-256884"/>
            <a:ext cx="214799" cy="2156875"/>
            <a:chOff x="425780" y="482769"/>
            <a:chExt cx="127819" cy="561525"/>
          </a:xfrm>
        </p:grpSpPr>
        <p:sp>
          <p:nvSpPr>
            <p:cNvPr id="1789" name="Google Shape;1789;p13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0" name="Google Shape;2480;p18"/>
          <p:cNvGrpSpPr/>
          <p:nvPr userDrawn="1"/>
        </p:nvGrpSpPr>
        <p:grpSpPr>
          <a:xfrm>
            <a:off x="116653" y="191703"/>
            <a:ext cx="8910952" cy="4773370"/>
            <a:chOff x="238425" y="1163850"/>
            <a:chExt cx="2110050" cy="1130300"/>
          </a:xfrm>
        </p:grpSpPr>
        <p:sp>
          <p:nvSpPr>
            <p:cNvPr id="2481" name="Google Shape;2481;p1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8" name="Google Shape;2488;p18"/>
          <p:cNvGrpSpPr/>
          <p:nvPr/>
        </p:nvGrpSpPr>
        <p:grpSpPr>
          <a:xfrm>
            <a:off x="-6449" y="6551"/>
            <a:ext cx="9150439" cy="5143478"/>
            <a:chOff x="-6449" y="-94"/>
            <a:chExt cx="9150439" cy="5143478"/>
          </a:xfrm>
        </p:grpSpPr>
        <p:grpSp>
          <p:nvGrpSpPr>
            <p:cNvPr id="2489" name="Google Shape;2489;p1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490" name="Google Shape;2490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6" name="Google Shape;2526;p1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527" name="Google Shape;2527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3" name="Google Shape;2563;p1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564" name="Google Shape;2564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0" name="Google Shape;2600;p1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601" name="Google Shape;2601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37" name="Google Shape;2637;p18"/>
          <p:cNvSpPr txBox="1">
            <a:spLocks noGrp="1"/>
          </p:cNvSpPr>
          <p:nvPr>
            <p:ph type="title"/>
          </p:nvPr>
        </p:nvSpPr>
        <p:spPr>
          <a:xfrm>
            <a:off x="2347938" y="65581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38" name="Google Shape;2638;p18"/>
          <p:cNvSpPr txBox="1">
            <a:spLocks noGrp="1"/>
          </p:cNvSpPr>
          <p:nvPr>
            <p:ph type="subTitle" idx="1"/>
          </p:nvPr>
        </p:nvSpPr>
        <p:spPr>
          <a:xfrm>
            <a:off x="2347900" y="178013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1" name="Google Shape;2641;p1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642" name="Google Shape;2642;p1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9" name="Google Shape;2649;p1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650" name="Google Shape;2650;p1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651" name="Google Shape;2651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7" name="Google Shape;2687;p1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688" name="Google Shape;2688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4" name="Google Shape;2724;p1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725" name="Google Shape;2725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1" name="Google Shape;2761;p1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762" name="Google Shape;2762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98" name="Google Shape;2798;p19"/>
          <p:cNvGrpSpPr/>
          <p:nvPr/>
        </p:nvGrpSpPr>
        <p:grpSpPr>
          <a:xfrm>
            <a:off x="576113" y="1367155"/>
            <a:ext cx="2648558" cy="1945391"/>
            <a:chOff x="296117" y="2376907"/>
            <a:chExt cx="715672" cy="525668"/>
          </a:xfrm>
        </p:grpSpPr>
        <p:sp>
          <p:nvSpPr>
            <p:cNvPr id="2799" name="Google Shape;2799;p19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9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9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9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9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9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9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9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9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8" name="Google Shape;2808;p19"/>
          <p:cNvGrpSpPr/>
          <p:nvPr/>
        </p:nvGrpSpPr>
        <p:grpSpPr>
          <a:xfrm flipH="1">
            <a:off x="8225029" y="539492"/>
            <a:ext cx="205749" cy="1508819"/>
            <a:chOff x="425780" y="482769"/>
            <a:chExt cx="127819" cy="561525"/>
          </a:xfrm>
        </p:grpSpPr>
        <p:sp>
          <p:nvSpPr>
            <p:cNvPr id="2809" name="Google Shape;2809;p19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9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9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9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9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9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9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6" name="Google Shape;2816;p19"/>
          <p:cNvGrpSpPr/>
          <p:nvPr/>
        </p:nvGrpSpPr>
        <p:grpSpPr>
          <a:xfrm>
            <a:off x="830731" y="1632166"/>
            <a:ext cx="2139815" cy="3166205"/>
            <a:chOff x="6600231" y="2294753"/>
            <a:chExt cx="1019785" cy="1508938"/>
          </a:xfrm>
        </p:grpSpPr>
        <p:sp>
          <p:nvSpPr>
            <p:cNvPr id="2817" name="Google Shape;2817;p19"/>
            <p:cNvSpPr/>
            <p:nvPr/>
          </p:nvSpPr>
          <p:spPr>
            <a:xfrm>
              <a:off x="7112239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1603" y="0"/>
                  </a:moveTo>
                  <a:lnTo>
                    <a:pt x="1" y="215"/>
                  </a:lnTo>
                  <a:lnTo>
                    <a:pt x="1" y="3217"/>
                  </a:lnTo>
                  <a:lnTo>
                    <a:pt x="1561" y="3217"/>
                  </a:lnTo>
                  <a:lnTo>
                    <a:pt x="1561" y="1615"/>
                  </a:lnTo>
                  <a:lnTo>
                    <a:pt x="1788" y="2749"/>
                  </a:lnTo>
                  <a:lnTo>
                    <a:pt x="1615" y="3217"/>
                  </a:lnTo>
                  <a:lnTo>
                    <a:pt x="2269" y="3217"/>
                  </a:lnTo>
                  <a:cubicBezTo>
                    <a:pt x="1977" y="2323"/>
                    <a:pt x="1603" y="0"/>
                    <a:pt x="1603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9"/>
            <p:cNvSpPr/>
            <p:nvPr/>
          </p:nvSpPr>
          <p:spPr>
            <a:xfrm>
              <a:off x="6930995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667" y="0"/>
                  </a:moveTo>
                  <a:cubicBezTo>
                    <a:pt x="667" y="0"/>
                    <a:pt x="292" y="2323"/>
                    <a:pt x="1" y="3217"/>
                  </a:cubicBezTo>
                  <a:lnTo>
                    <a:pt x="654" y="3217"/>
                  </a:lnTo>
                  <a:lnTo>
                    <a:pt x="481" y="2749"/>
                  </a:lnTo>
                  <a:lnTo>
                    <a:pt x="705" y="1615"/>
                  </a:lnTo>
                  <a:lnTo>
                    <a:pt x="705" y="3217"/>
                  </a:lnTo>
                  <a:lnTo>
                    <a:pt x="2269" y="3217"/>
                  </a:lnTo>
                  <a:lnTo>
                    <a:pt x="2269" y="215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9"/>
            <p:cNvSpPr/>
            <p:nvPr/>
          </p:nvSpPr>
          <p:spPr>
            <a:xfrm>
              <a:off x="6839094" y="3389651"/>
              <a:ext cx="547418" cy="414040"/>
            </a:xfrm>
            <a:custGeom>
              <a:avLst/>
              <a:gdLst/>
              <a:ahLst/>
              <a:cxnLst/>
              <a:rect l="l" t="t" r="r" b="b"/>
              <a:pathLst>
                <a:path w="6850" h="5181" extrusionOk="0">
                  <a:moveTo>
                    <a:pt x="3419" y="0"/>
                  </a:moveTo>
                  <a:lnTo>
                    <a:pt x="1071" y="93"/>
                  </a:lnTo>
                  <a:cubicBezTo>
                    <a:pt x="1071" y="93"/>
                    <a:pt x="1" y="1775"/>
                    <a:pt x="1109" y="5180"/>
                  </a:cubicBezTo>
                  <a:lnTo>
                    <a:pt x="3153" y="5180"/>
                  </a:lnTo>
                  <a:lnTo>
                    <a:pt x="3153" y="2909"/>
                  </a:lnTo>
                  <a:lnTo>
                    <a:pt x="3698" y="2909"/>
                  </a:lnTo>
                  <a:lnTo>
                    <a:pt x="3698" y="5180"/>
                  </a:lnTo>
                  <a:lnTo>
                    <a:pt x="5741" y="5180"/>
                  </a:lnTo>
                  <a:cubicBezTo>
                    <a:pt x="6850" y="1775"/>
                    <a:pt x="5780" y="93"/>
                    <a:pt x="5780" y="93"/>
                  </a:cubicBezTo>
                  <a:lnTo>
                    <a:pt x="34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9"/>
            <p:cNvSpPr/>
            <p:nvPr/>
          </p:nvSpPr>
          <p:spPr>
            <a:xfrm>
              <a:off x="7046230" y="2775194"/>
              <a:ext cx="133218" cy="649549"/>
            </a:xfrm>
            <a:custGeom>
              <a:avLst/>
              <a:gdLst/>
              <a:ahLst/>
              <a:cxnLst/>
              <a:rect l="l" t="t" r="r" b="b"/>
              <a:pathLst>
                <a:path w="1667" h="8128" extrusionOk="0">
                  <a:moveTo>
                    <a:pt x="1666" y="1"/>
                  </a:moveTo>
                  <a:lnTo>
                    <a:pt x="0" y="174"/>
                  </a:lnTo>
                  <a:lnTo>
                    <a:pt x="106" y="8128"/>
                  </a:lnTo>
                  <a:lnTo>
                    <a:pt x="1560" y="8128"/>
                  </a:lnTo>
                  <a:lnTo>
                    <a:pt x="16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9"/>
            <p:cNvSpPr/>
            <p:nvPr/>
          </p:nvSpPr>
          <p:spPr>
            <a:xfrm>
              <a:off x="6679106" y="2735797"/>
              <a:ext cx="62014" cy="130102"/>
            </a:xfrm>
            <a:custGeom>
              <a:avLst/>
              <a:gdLst/>
              <a:ahLst/>
              <a:cxnLst/>
              <a:rect l="l" t="t" r="r" b="b"/>
              <a:pathLst>
                <a:path w="776" h="1628" extrusionOk="0">
                  <a:moveTo>
                    <a:pt x="109" y="0"/>
                  </a:moveTo>
                  <a:lnTo>
                    <a:pt x="0" y="1628"/>
                  </a:lnTo>
                  <a:lnTo>
                    <a:pt x="388" y="1628"/>
                  </a:lnTo>
                  <a:lnTo>
                    <a:pt x="776" y="93"/>
                  </a:lnTo>
                  <a:cubicBezTo>
                    <a:pt x="776" y="93"/>
                    <a:pt x="455" y="80"/>
                    <a:pt x="109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9"/>
            <p:cNvSpPr/>
            <p:nvPr/>
          </p:nvSpPr>
          <p:spPr>
            <a:xfrm>
              <a:off x="6613017" y="2762009"/>
              <a:ext cx="350108" cy="566278"/>
            </a:xfrm>
            <a:custGeom>
              <a:avLst/>
              <a:gdLst/>
              <a:ahLst/>
              <a:cxnLst/>
              <a:rect l="l" t="t" r="r" b="b"/>
              <a:pathLst>
                <a:path w="4381" h="7086" extrusionOk="0">
                  <a:moveTo>
                    <a:pt x="4289" y="1"/>
                  </a:moveTo>
                  <a:cubicBezTo>
                    <a:pt x="3985" y="1"/>
                    <a:pt x="2989" y="132"/>
                    <a:pt x="2416" y="1767"/>
                  </a:cubicBezTo>
                  <a:cubicBezTo>
                    <a:pt x="1910" y="3424"/>
                    <a:pt x="1830" y="3770"/>
                    <a:pt x="1830" y="3770"/>
                  </a:cubicBezTo>
                  <a:lnTo>
                    <a:pt x="1068" y="1806"/>
                  </a:lnTo>
                  <a:cubicBezTo>
                    <a:pt x="1068" y="1806"/>
                    <a:pt x="1337" y="1767"/>
                    <a:pt x="1295" y="1527"/>
                  </a:cubicBezTo>
                  <a:cubicBezTo>
                    <a:pt x="1561" y="1501"/>
                    <a:pt x="1561" y="1325"/>
                    <a:pt x="1468" y="1194"/>
                  </a:cubicBezTo>
                  <a:cubicBezTo>
                    <a:pt x="1590" y="1034"/>
                    <a:pt x="1548" y="886"/>
                    <a:pt x="1350" y="819"/>
                  </a:cubicBezTo>
                  <a:cubicBezTo>
                    <a:pt x="1161" y="765"/>
                    <a:pt x="936" y="726"/>
                    <a:pt x="936" y="726"/>
                  </a:cubicBezTo>
                  <a:cubicBezTo>
                    <a:pt x="936" y="726"/>
                    <a:pt x="1148" y="604"/>
                    <a:pt x="1270" y="592"/>
                  </a:cubicBezTo>
                  <a:cubicBezTo>
                    <a:pt x="1388" y="579"/>
                    <a:pt x="1603" y="604"/>
                    <a:pt x="1641" y="460"/>
                  </a:cubicBezTo>
                  <a:cubicBezTo>
                    <a:pt x="1665" y="340"/>
                    <a:pt x="1338" y="309"/>
                    <a:pt x="1087" y="309"/>
                  </a:cubicBezTo>
                  <a:cubicBezTo>
                    <a:pt x="1031" y="309"/>
                    <a:pt x="980" y="311"/>
                    <a:pt x="936" y="313"/>
                  </a:cubicBezTo>
                  <a:cubicBezTo>
                    <a:pt x="696" y="326"/>
                    <a:pt x="401" y="524"/>
                    <a:pt x="216" y="752"/>
                  </a:cubicBezTo>
                  <a:cubicBezTo>
                    <a:pt x="14" y="966"/>
                    <a:pt x="1" y="1514"/>
                    <a:pt x="81" y="1847"/>
                  </a:cubicBezTo>
                  <a:cubicBezTo>
                    <a:pt x="148" y="2181"/>
                    <a:pt x="802" y="5785"/>
                    <a:pt x="975" y="6265"/>
                  </a:cubicBezTo>
                  <a:cubicBezTo>
                    <a:pt x="1135" y="6680"/>
                    <a:pt x="1446" y="7085"/>
                    <a:pt x="1915" y="7085"/>
                  </a:cubicBezTo>
                  <a:cubicBezTo>
                    <a:pt x="1990" y="7085"/>
                    <a:pt x="2068" y="7075"/>
                    <a:pt x="2150" y="7053"/>
                  </a:cubicBezTo>
                  <a:cubicBezTo>
                    <a:pt x="2750" y="6906"/>
                    <a:pt x="3083" y="5772"/>
                    <a:pt x="3243" y="5371"/>
                  </a:cubicBezTo>
                  <a:cubicBezTo>
                    <a:pt x="3419" y="4984"/>
                    <a:pt x="3993" y="3504"/>
                    <a:pt x="3993" y="3504"/>
                  </a:cubicBezTo>
                  <a:lnTo>
                    <a:pt x="4380" y="5"/>
                  </a:lnTo>
                  <a:cubicBezTo>
                    <a:pt x="4380" y="5"/>
                    <a:pt x="4347" y="1"/>
                    <a:pt x="4289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9"/>
            <p:cNvSpPr/>
            <p:nvPr/>
          </p:nvSpPr>
          <p:spPr>
            <a:xfrm>
              <a:off x="6776121" y="2762009"/>
              <a:ext cx="187001" cy="345073"/>
            </a:xfrm>
            <a:custGeom>
              <a:avLst/>
              <a:gdLst/>
              <a:ahLst/>
              <a:cxnLst/>
              <a:rect l="l" t="t" r="r" b="b"/>
              <a:pathLst>
                <a:path w="2340" h="4318" extrusionOk="0">
                  <a:moveTo>
                    <a:pt x="2248" y="1"/>
                  </a:moveTo>
                  <a:cubicBezTo>
                    <a:pt x="1944" y="1"/>
                    <a:pt x="948" y="132"/>
                    <a:pt x="375" y="1767"/>
                  </a:cubicBezTo>
                  <a:cubicBezTo>
                    <a:pt x="202" y="2328"/>
                    <a:pt x="81" y="2728"/>
                    <a:pt x="1" y="3023"/>
                  </a:cubicBezTo>
                  <a:cubicBezTo>
                    <a:pt x="363" y="3154"/>
                    <a:pt x="1244" y="3555"/>
                    <a:pt x="1631" y="4317"/>
                  </a:cubicBezTo>
                  <a:cubicBezTo>
                    <a:pt x="1804" y="3888"/>
                    <a:pt x="1952" y="3504"/>
                    <a:pt x="1952" y="3504"/>
                  </a:cubicBezTo>
                  <a:lnTo>
                    <a:pt x="2339" y="5"/>
                  </a:lnTo>
                  <a:cubicBezTo>
                    <a:pt x="2339" y="5"/>
                    <a:pt x="2306" y="1"/>
                    <a:pt x="2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9"/>
            <p:cNvSpPr/>
            <p:nvPr/>
          </p:nvSpPr>
          <p:spPr>
            <a:xfrm>
              <a:off x="6694210" y="3254198"/>
              <a:ext cx="108844" cy="74001"/>
            </a:xfrm>
            <a:custGeom>
              <a:avLst/>
              <a:gdLst/>
              <a:ahLst/>
              <a:cxnLst/>
              <a:rect l="l" t="t" r="r" b="b"/>
              <a:pathLst>
                <a:path w="1362" h="926" extrusionOk="0">
                  <a:moveTo>
                    <a:pt x="519" y="0"/>
                  </a:moveTo>
                  <a:cubicBezTo>
                    <a:pt x="321" y="0"/>
                    <a:pt x="132" y="68"/>
                    <a:pt x="0" y="186"/>
                  </a:cubicBezTo>
                  <a:cubicBezTo>
                    <a:pt x="160" y="576"/>
                    <a:pt x="457" y="925"/>
                    <a:pt x="899" y="925"/>
                  </a:cubicBezTo>
                  <a:cubicBezTo>
                    <a:pt x="974" y="925"/>
                    <a:pt x="1052" y="915"/>
                    <a:pt x="1134" y="894"/>
                  </a:cubicBezTo>
                  <a:cubicBezTo>
                    <a:pt x="1215" y="881"/>
                    <a:pt x="1282" y="840"/>
                    <a:pt x="1362" y="788"/>
                  </a:cubicBezTo>
                  <a:cubicBezTo>
                    <a:pt x="1333" y="346"/>
                    <a:pt x="961" y="0"/>
                    <a:pt x="519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9"/>
            <p:cNvSpPr/>
            <p:nvPr/>
          </p:nvSpPr>
          <p:spPr>
            <a:xfrm>
              <a:off x="6776121" y="2959795"/>
              <a:ext cx="151679" cy="147283"/>
            </a:xfrm>
            <a:custGeom>
              <a:avLst/>
              <a:gdLst/>
              <a:ahLst/>
              <a:cxnLst/>
              <a:rect l="l" t="t" r="r" b="b"/>
              <a:pathLst>
                <a:path w="1898" h="1843" extrusionOk="0">
                  <a:moveTo>
                    <a:pt x="161" y="0"/>
                  </a:moveTo>
                  <a:cubicBezTo>
                    <a:pt x="97" y="212"/>
                    <a:pt x="42" y="401"/>
                    <a:pt x="1" y="548"/>
                  </a:cubicBezTo>
                  <a:cubicBezTo>
                    <a:pt x="363" y="679"/>
                    <a:pt x="1244" y="1080"/>
                    <a:pt x="1631" y="1842"/>
                  </a:cubicBezTo>
                  <a:cubicBezTo>
                    <a:pt x="1737" y="1560"/>
                    <a:pt x="1843" y="1307"/>
                    <a:pt x="1897" y="1147"/>
                  </a:cubicBezTo>
                  <a:cubicBezTo>
                    <a:pt x="1378" y="452"/>
                    <a:pt x="561" y="132"/>
                    <a:pt x="161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9"/>
            <p:cNvSpPr/>
            <p:nvPr/>
          </p:nvSpPr>
          <p:spPr>
            <a:xfrm>
              <a:off x="6871139" y="2762408"/>
              <a:ext cx="218647" cy="696699"/>
            </a:xfrm>
            <a:custGeom>
              <a:avLst/>
              <a:gdLst/>
              <a:ahLst/>
              <a:cxnLst/>
              <a:rect l="l" t="t" r="r" b="b"/>
              <a:pathLst>
                <a:path w="2736" h="8718" extrusionOk="0">
                  <a:moveTo>
                    <a:pt x="1150" y="0"/>
                  </a:moveTo>
                  <a:cubicBezTo>
                    <a:pt x="442" y="2550"/>
                    <a:pt x="0" y="3819"/>
                    <a:pt x="830" y="4645"/>
                  </a:cubicBezTo>
                  <a:lnTo>
                    <a:pt x="349" y="8410"/>
                  </a:lnTo>
                  <a:cubicBezTo>
                    <a:pt x="349" y="8410"/>
                    <a:pt x="763" y="8717"/>
                    <a:pt x="2736" y="8717"/>
                  </a:cubicBezTo>
                  <a:lnTo>
                    <a:pt x="2736" y="894"/>
                  </a:lnTo>
                  <a:lnTo>
                    <a:pt x="1816" y="199"/>
                  </a:lnTo>
                  <a:cubicBezTo>
                    <a:pt x="1816" y="199"/>
                    <a:pt x="1403" y="55"/>
                    <a:pt x="115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9"/>
            <p:cNvSpPr/>
            <p:nvPr/>
          </p:nvSpPr>
          <p:spPr>
            <a:xfrm>
              <a:off x="6910537" y="2762408"/>
              <a:ext cx="179249" cy="215611"/>
            </a:xfrm>
            <a:custGeom>
              <a:avLst/>
              <a:gdLst/>
              <a:ahLst/>
              <a:cxnLst/>
              <a:rect l="l" t="t" r="r" b="b"/>
              <a:pathLst>
                <a:path w="2243" h="2698" extrusionOk="0">
                  <a:moveTo>
                    <a:pt x="657" y="0"/>
                  </a:moveTo>
                  <a:cubicBezTo>
                    <a:pt x="375" y="1000"/>
                    <a:pt x="148" y="1788"/>
                    <a:pt x="0" y="2441"/>
                  </a:cubicBezTo>
                  <a:cubicBezTo>
                    <a:pt x="801" y="2602"/>
                    <a:pt x="1778" y="2669"/>
                    <a:pt x="2243" y="2698"/>
                  </a:cubicBezTo>
                  <a:lnTo>
                    <a:pt x="2243" y="894"/>
                  </a:lnTo>
                  <a:lnTo>
                    <a:pt x="1323" y="199"/>
                  </a:lnTo>
                  <a:cubicBezTo>
                    <a:pt x="1323" y="199"/>
                    <a:pt x="910" y="55"/>
                    <a:pt x="65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9"/>
            <p:cNvSpPr/>
            <p:nvPr/>
          </p:nvSpPr>
          <p:spPr>
            <a:xfrm>
              <a:off x="6932033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68" y="0"/>
                  </a:moveTo>
                  <a:cubicBezTo>
                    <a:pt x="39" y="186"/>
                    <a:pt x="26" y="359"/>
                    <a:pt x="1" y="535"/>
                  </a:cubicBezTo>
                  <a:cubicBezTo>
                    <a:pt x="814" y="414"/>
                    <a:pt x="1589" y="106"/>
                    <a:pt x="1253" y="106"/>
                  </a:cubicBezTo>
                  <a:cubicBezTo>
                    <a:pt x="840" y="106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9"/>
            <p:cNvSpPr/>
            <p:nvPr/>
          </p:nvSpPr>
          <p:spPr>
            <a:xfrm>
              <a:off x="6910537" y="3270020"/>
              <a:ext cx="118594" cy="70485"/>
            </a:xfrm>
            <a:custGeom>
              <a:avLst/>
              <a:gdLst/>
              <a:ahLst/>
              <a:cxnLst/>
              <a:rect l="l" t="t" r="r" b="b"/>
              <a:pathLst>
                <a:path w="1484" h="882" extrusionOk="0">
                  <a:moveTo>
                    <a:pt x="1243" y="1"/>
                  </a:moveTo>
                  <a:cubicBezTo>
                    <a:pt x="856" y="241"/>
                    <a:pt x="362" y="321"/>
                    <a:pt x="68" y="350"/>
                  </a:cubicBezTo>
                  <a:cubicBezTo>
                    <a:pt x="42" y="549"/>
                    <a:pt x="29" y="722"/>
                    <a:pt x="0" y="882"/>
                  </a:cubicBezTo>
                  <a:cubicBezTo>
                    <a:pt x="763" y="844"/>
                    <a:pt x="1484" y="510"/>
                    <a:pt x="1484" y="510"/>
                  </a:cubicBezTo>
                  <a:lnTo>
                    <a:pt x="124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9"/>
            <p:cNvSpPr/>
            <p:nvPr/>
          </p:nvSpPr>
          <p:spPr>
            <a:xfrm>
              <a:off x="6899029" y="3397003"/>
              <a:ext cx="190757" cy="62094"/>
            </a:xfrm>
            <a:custGeom>
              <a:avLst/>
              <a:gdLst/>
              <a:ahLst/>
              <a:cxnLst/>
              <a:rect l="l" t="t" r="r" b="b"/>
              <a:pathLst>
                <a:path w="2387" h="777" extrusionOk="0">
                  <a:moveTo>
                    <a:pt x="52" y="1"/>
                  </a:moveTo>
                  <a:lnTo>
                    <a:pt x="0" y="469"/>
                  </a:lnTo>
                  <a:cubicBezTo>
                    <a:pt x="0" y="469"/>
                    <a:pt x="414" y="776"/>
                    <a:pt x="2387" y="776"/>
                  </a:cubicBezTo>
                  <a:lnTo>
                    <a:pt x="2387" y="347"/>
                  </a:lnTo>
                  <a:cubicBezTo>
                    <a:pt x="2317" y="350"/>
                    <a:pt x="2225" y="353"/>
                    <a:pt x="2114" y="353"/>
                  </a:cubicBezTo>
                  <a:cubicBezTo>
                    <a:pt x="1661" y="353"/>
                    <a:pt x="899" y="302"/>
                    <a:pt x="5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9"/>
            <p:cNvSpPr/>
            <p:nvPr/>
          </p:nvSpPr>
          <p:spPr>
            <a:xfrm>
              <a:off x="6657849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507" y="1"/>
                  </a:moveTo>
                  <a:lnTo>
                    <a:pt x="119" y="55"/>
                  </a:lnTo>
                  <a:cubicBezTo>
                    <a:pt x="119" y="55"/>
                    <a:pt x="1" y="590"/>
                    <a:pt x="228" y="590"/>
                  </a:cubicBezTo>
                  <a:cubicBezTo>
                    <a:pt x="230" y="590"/>
                    <a:pt x="232" y="590"/>
                    <a:pt x="235" y="590"/>
                  </a:cubicBezTo>
                  <a:cubicBezTo>
                    <a:pt x="441" y="590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9"/>
            <p:cNvSpPr/>
            <p:nvPr/>
          </p:nvSpPr>
          <p:spPr>
            <a:xfrm>
              <a:off x="7484479" y="2735797"/>
              <a:ext cx="62094" cy="130102"/>
            </a:xfrm>
            <a:custGeom>
              <a:avLst/>
              <a:gdLst/>
              <a:ahLst/>
              <a:cxnLst/>
              <a:rect l="l" t="t" r="r" b="b"/>
              <a:pathLst>
                <a:path w="777" h="1628" extrusionOk="0">
                  <a:moveTo>
                    <a:pt x="654" y="0"/>
                  </a:moveTo>
                  <a:cubicBezTo>
                    <a:pt x="321" y="80"/>
                    <a:pt x="1" y="93"/>
                    <a:pt x="1" y="93"/>
                  </a:cubicBezTo>
                  <a:lnTo>
                    <a:pt x="388" y="1628"/>
                  </a:lnTo>
                  <a:lnTo>
                    <a:pt x="776" y="1628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9"/>
            <p:cNvSpPr/>
            <p:nvPr/>
          </p:nvSpPr>
          <p:spPr>
            <a:xfrm>
              <a:off x="7262558" y="2762009"/>
              <a:ext cx="350028" cy="566278"/>
            </a:xfrm>
            <a:custGeom>
              <a:avLst/>
              <a:gdLst/>
              <a:ahLst/>
              <a:cxnLst/>
              <a:rect l="l" t="t" r="r" b="b"/>
              <a:pathLst>
                <a:path w="4380" h="7086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961" y="4984"/>
                    <a:pt x="1138" y="5371"/>
                  </a:cubicBezTo>
                  <a:cubicBezTo>
                    <a:pt x="1298" y="5772"/>
                    <a:pt x="1631" y="6906"/>
                    <a:pt x="2230" y="7053"/>
                  </a:cubicBezTo>
                  <a:cubicBezTo>
                    <a:pt x="2312" y="7075"/>
                    <a:pt x="2391" y="7085"/>
                    <a:pt x="2465" y="7085"/>
                  </a:cubicBezTo>
                  <a:cubicBezTo>
                    <a:pt x="2934" y="7085"/>
                    <a:pt x="3245" y="6680"/>
                    <a:pt x="3406" y="6265"/>
                  </a:cubicBezTo>
                  <a:cubicBezTo>
                    <a:pt x="3579" y="5785"/>
                    <a:pt x="4232" y="2181"/>
                    <a:pt x="4299" y="1847"/>
                  </a:cubicBezTo>
                  <a:cubicBezTo>
                    <a:pt x="4380" y="1514"/>
                    <a:pt x="4367" y="966"/>
                    <a:pt x="4165" y="752"/>
                  </a:cubicBezTo>
                  <a:cubicBezTo>
                    <a:pt x="3966" y="524"/>
                    <a:pt x="3684" y="326"/>
                    <a:pt x="3444" y="313"/>
                  </a:cubicBezTo>
                  <a:cubicBezTo>
                    <a:pt x="3401" y="311"/>
                    <a:pt x="3349" y="309"/>
                    <a:pt x="3294" y="309"/>
                  </a:cubicBezTo>
                  <a:cubicBezTo>
                    <a:pt x="3043" y="309"/>
                    <a:pt x="2716" y="340"/>
                    <a:pt x="2739" y="460"/>
                  </a:cubicBezTo>
                  <a:cubicBezTo>
                    <a:pt x="2765" y="604"/>
                    <a:pt x="2992" y="579"/>
                    <a:pt x="3111" y="592"/>
                  </a:cubicBezTo>
                  <a:cubicBezTo>
                    <a:pt x="3233" y="604"/>
                    <a:pt x="3444" y="726"/>
                    <a:pt x="3444" y="726"/>
                  </a:cubicBezTo>
                  <a:cubicBezTo>
                    <a:pt x="3444" y="726"/>
                    <a:pt x="3220" y="765"/>
                    <a:pt x="3018" y="819"/>
                  </a:cubicBezTo>
                  <a:cubicBezTo>
                    <a:pt x="2832" y="886"/>
                    <a:pt x="2778" y="1034"/>
                    <a:pt x="2900" y="1194"/>
                  </a:cubicBezTo>
                  <a:cubicBezTo>
                    <a:pt x="2819" y="1325"/>
                    <a:pt x="2819" y="1501"/>
                    <a:pt x="3085" y="1527"/>
                  </a:cubicBezTo>
                  <a:cubicBezTo>
                    <a:pt x="3044" y="1767"/>
                    <a:pt x="3313" y="1806"/>
                    <a:pt x="3313" y="1806"/>
                  </a:cubicBezTo>
                  <a:lnTo>
                    <a:pt x="2538" y="3770"/>
                  </a:lnTo>
                  <a:cubicBezTo>
                    <a:pt x="2538" y="3770"/>
                    <a:pt x="2470" y="3424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9"/>
            <p:cNvSpPr/>
            <p:nvPr/>
          </p:nvSpPr>
          <p:spPr>
            <a:xfrm>
              <a:off x="7262558" y="2762009"/>
              <a:ext cx="186921" cy="345073"/>
            </a:xfrm>
            <a:custGeom>
              <a:avLst/>
              <a:gdLst/>
              <a:ahLst/>
              <a:cxnLst/>
              <a:rect l="l" t="t" r="r" b="b"/>
              <a:pathLst>
                <a:path w="2339" h="4318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535" y="3888"/>
                    <a:pt x="708" y="4317"/>
                  </a:cubicBezTo>
                  <a:cubicBezTo>
                    <a:pt x="1096" y="3555"/>
                    <a:pt x="1977" y="3154"/>
                    <a:pt x="2339" y="3023"/>
                  </a:cubicBezTo>
                  <a:cubicBezTo>
                    <a:pt x="2259" y="2728"/>
                    <a:pt x="2124" y="2328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9"/>
            <p:cNvSpPr/>
            <p:nvPr/>
          </p:nvSpPr>
          <p:spPr>
            <a:xfrm>
              <a:off x="7422545" y="3254198"/>
              <a:ext cx="108924" cy="74001"/>
            </a:xfrm>
            <a:custGeom>
              <a:avLst/>
              <a:gdLst/>
              <a:ahLst/>
              <a:cxnLst/>
              <a:rect l="l" t="t" r="r" b="b"/>
              <a:pathLst>
                <a:path w="1363" h="926" extrusionOk="0">
                  <a:moveTo>
                    <a:pt x="843" y="0"/>
                  </a:moveTo>
                  <a:cubicBezTo>
                    <a:pt x="388" y="0"/>
                    <a:pt x="29" y="346"/>
                    <a:pt x="1" y="788"/>
                  </a:cubicBezTo>
                  <a:cubicBezTo>
                    <a:pt x="68" y="840"/>
                    <a:pt x="148" y="881"/>
                    <a:pt x="228" y="894"/>
                  </a:cubicBezTo>
                  <a:cubicBezTo>
                    <a:pt x="309" y="915"/>
                    <a:pt x="386" y="925"/>
                    <a:pt x="459" y="925"/>
                  </a:cubicBezTo>
                  <a:cubicBezTo>
                    <a:pt x="896" y="925"/>
                    <a:pt x="1203" y="576"/>
                    <a:pt x="1362" y="186"/>
                  </a:cubicBezTo>
                  <a:cubicBezTo>
                    <a:pt x="1218" y="68"/>
                    <a:pt x="1042" y="0"/>
                    <a:pt x="843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9"/>
            <p:cNvSpPr/>
            <p:nvPr/>
          </p:nvSpPr>
          <p:spPr>
            <a:xfrm>
              <a:off x="7297879" y="2959795"/>
              <a:ext cx="151599" cy="147283"/>
            </a:xfrm>
            <a:custGeom>
              <a:avLst/>
              <a:gdLst/>
              <a:ahLst/>
              <a:cxnLst/>
              <a:rect l="l" t="t" r="r" b="b"/>
              <a:pathLst>
                <a:path w="1897" h="1843" extrusionOk="0">
                  <a:moveTo>
                    <a:pt x="1737" y="0"/>
                  </a:moveTo>
                  <a:cubicBezTo>
                    <a:pt x="1320" y="132"/>
                    <a:pt x="519" y="452"/>
                    <a:pt x="0" y="1147"/>
                  </a:cubicBezTo>
                  <a:cubicBezTo>
                    <a:pt x="55" y="1307"/>
                    <a:pt x="161" y="1560"/>
                    <a:pt x="266" y="1842"/>
                  </a:cubicBezTo>
                  <a:cubicBezTo>
                    <a:pt x="654" y="1080"/>
                    <a:pt x="1535" y="679"/>
                    <a:pt x="1897" y="548"/>
                  </a:cubicBezTo>
                  <a:cubicBezTo>
                    <a:pt x="1855" y="401"/>
                    <a:pt x="1801" y="212"/>
                    <a:pt x="1737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9"/>
            <p:cNvSpPr/>
            <p:nvPr/>
          </p:nvSpPr>
          <p:spPr>
            <a:xfrm>
              <a:off x="7135814" y="2762408"/>
              <a:ext cx="218727" cy="696699"/>
            </a:xfrm>
            <a:custGeom>
              <a:avLst/>
              <a:gdLst/>
              <a:ahLst/>
              <a:cxnLst/>
              <a:rect l="l" t="t" r="r" b="b"/>
              <a:pathLst>
                <a:path w="2737" h="871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8717"/>
                  </a:lnTo>
                  <a:cubicBezTo>
                    <a:pt x="1974" y="8717"/>
                    <a:pt x="2387" y="8410"/>
                    <a:pt x="2387" y="8410"/>
                  </a:cubicBezTo>
                  <a:lnTo>
                    <a:pt x="1907" y="4645"/>
                  </a:lnTo>
                  <a:cubicBezTo>
                    <a:pt x="2736" y="3819"/>
                    <a:pt x="2294" y="2550"/>
                    <a:pt x="158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9"/>
            <p:cNvSpPr/>
            <p:nvPr/>
          </p:nvSpPr>
          <p:spPr>
            <a:xfrm>
              <a:off x="7135814" y="2762408"/>
              <a:ext cx="177971" cy="215611"/>
            </a:xfrm>
            <a:custGeom>
              <a:avLst/>
              <a:gdLst/>
              <a:ahLst/>
              <a:cxnLst/>
              <a:rect l="l" t="t" r="r" b="b"/>
              <a:pathLst>
                <a:path w="2227" h="269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2698"/>
                  </a:lnTo>
                  <a:cubicBezTo>
                    <a:pt x="465" y="2669"/>
                    <a:pt x="1442" y="2602"/>
                    <a:pt x="2227" y="2441"/>
                  </a:cubicBezTo>
                  <a:cubicBezTo>
                    <a:pt x="2096" y="1788"/>
                    <a:pt x="1868" y="1000"/>
                    <a:pt x="158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9"/>
            <p:cNvSpPr/>
            <p:nvPr/>
          </p:nvSpPr>
          <p:spPr>
            <a:xfrm>
              <a:off x="6955368" y="2294753"/>
              <a:ext cx="324375" cy="163586"/>
            </a:xfrm>
            <a:custGeom>
              <a:avLst/>
              <a:gdLst/>
              <a:ahLst/>
              <a:cxnLst/>
              <a:rect l="l" t="t" r="r" b="b"/>
              <a:pathLst>
                <a:path w="4059" h="2047" extrusionOk="0">
                  <a:moveTo>
                    <a:pt x="1862" y="1"/>
                  </a:moveTo>
                  <a:cubicBezTo>
                    <a:pt x="1605" y="1"/>
                    <a:pt x="1321" y="37"/>
                    <a:pt x="1028" y="140"/>
                  </a:cubicBezTo>
                  <a:cubicBezTo>
                    <a:pt x="0" y="512"/>
                    <a:pt x="67" y="1435"/>
                    <a:pt x="147" y="1874"/>
                  </a:cubicBezTo>
                  <a:lnTo>
                    <a:pt x="1964" y="2047"/>
                  </a:lnTo>
                  <a:lnTo>
                    <a:pt x="3819" y="1915"/>
                  </a:lnTo>
                  <a:cubicBezTo>
                    <a:pt x="3819" y="1915"/>
                    <a:pt x="4059" y="900"/>
                    <a:pt x="3325" y="406"/>
                  </a:cubicBezTo>
                  <a:cubicBezTo>
                    <a:pt x="3467" y="358"/>
                    <a:pt x="3467" y="317"/>
                    <a:pt x="3349" y="317"/>
                  </a:cubicBezTo>
                  <a:cubicBezTo>
                    <a:pt x="3302" y="317"/>
                    <a:pt x="3236" y="323"/>
                    <a:pt x="3152" y="339"/>
                  </a:cubicBezTo>
                  <a:cubicBezTo>
                    <a:pt x="3119" y="152"/>
                    <a:pt x="3076" y="86"/>
                    <a:pt x="3041" y="86"/>
                  </a:cubicBezTo>
                  <a:cubicBezTo>
                    <a:pt x="3006" y="86"/>
                    <a:pt x="2979" y="153"/>
                    <a:pt x="2979" y="233"/>
                  </a:cubicBezTo>
                  <a:cubicBezTo>
                    <a:pt x="2979" y="233"/>
                    <a:pt x="2507" y="1"/>
                    <a:pt x="1862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9"/>
            <p:cNvSpPr/>
            <p:nvPr/>
          </p:nvSpPr>
          <p:spPr>
            <a:xfrm>
              <a:off x="7143246" y="2716298"/>
              <a:ext cx="58738" cy="49228"/>
            </a:xfrm>
            <a:custGeom>
              <a:avLst/>
              <a:gdLst/>
              <a:ahLst/>
              <a:cxnLst/>
              <a:rect l="l" t="t" r="r" b="b"/>
              <a:pathLst>
                <a:path w="735" h="616" extrusionOk="0">
                  <a:moveTo>
                    <a:pt x="147" y="0"/>
                  </a:moveTo>
                  <a:cubicBezTo>
                    <a:pt x="60" y="0"/>
                    <a:pt x="0" y="4"/>
                    <a:pt x="0" y="4"/>
                  </a:cubicBezTo>
                  <a:lnTo>
                    <a:pt x="161" y="616"/>
                  </a:lnTo>
                  <a:cubicBezTo>
                    <a:pt x="161" y="616"/>
                    <a:pt x="708" y="430"/>
                    <a:pt x="734" y="84"/>
                  </a:cubicBezTo>
                  <a:cubicBezTo>
                    <a:pt x="577" y="13"/>
                    <a:pt x="312" y="0"/>
                    <a:pt x="147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9"/>
            <p:cNvSpPr/>
            <p:nvPr/>
          </p:nvSpPr>
          <p:spPr>
            <a:xfrm>
              <a:off x="7023695" y="2716298"/>
              <a:ext cx="58658" cy="49228"/>
            </a:xfrm>
            <a:custGeom>
              <a:avLst/>
              <a:gdLst/>
              <a:ahLst/>
              <a:cxnLst/>
              <a:rect l="l" t="t" r="r" b="b"/>
              <a:pathLst>
                <a:path w="734" h="616" extrusionOk="0">
                  <a:moveTo>
                    <a:pt x="588" y="0"/>
                  </a:moveTo>
                  <a:cubicBezTo>
                    <a:pt x="423" y="0"/>
                    <a:pt x="157" y="13"/>
                    <a:pt x="0" y="84"/>
                  </a:cubicBezTo>
                  <a:cubicBezTo>
                    <a:pt x="13" y="430"/>
                    <a:pt x="574" y="616"/>
                    <a:pt x="574" y="616"/>
                  </a:cubicBezTo>
                  <a:lnTo>
                    <a:pt x="734" y="4"/>
                  </a:lnTo>
                  <a:cubicBezTo>
                    <a:pt x="734" y="4"/>
                    <a:pt x="675" y="0"/>
                    <a:pt x="588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9"/>
            <p:cNvSpPr/>
            <p:nvPr/>
          </p:nvSpPr>
          <p:spPr>
            <a:xfrm>
              <a:off x="7022656" y="2665393"/>
              <a:ext cx="179329" cy="162148"/>
            </a:xfrm>
            <a:custGeom>
              <a:avLst/>
              <a:gdLst/>
              <a:ahLst/>
              <a:cxnLst/>
              <a:rect l="l" t="t" r="r" b="b"/>
              <a:pathLst>
                <a:path w="2244" h="2029" extrusionOk="0">
                  <a:moveTo>
                    <a:pt x="536" y="0"/>
                  </a:moveTo>
                  <a:cubicBezTo>
                    <a:pt x="536" y="0"/>
                    <a:pt x="628" y="1442"/>
                    <a:pt x="1" y="1602"/>
                  </a:cubicBezTo>
                  <a:cubicBezTo>
                    <a:pt x="641" y="2028"/>
                    <a:pt x="840" y="2028"/>
                    <a:pt x="1122" y="2028"/>
                  </a:cubicBezTo>
                  <a:cubicBezTo>
                    <a:pt x="1401" y="2028"/>
                    <a:pt x="1602" y="2028"/>
                    <a:pt x="2243" y="1602"/>
                  </a:cubicBezTo>
                  <a:cubicBezTo>
                    <a:pt x="1615" y="1442"/>
                    <a:pt x="1695" y="0"/>
                    <a:pt x="1695" y="0"/>
                  </a:cubicBezTo>
                  <a:lnTo>
                    <a:pt x="1695" y="0"/>
                  </a:lnTo>
                  <a:lnTo>
                    <a:pt x="1122" y="8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9"/>
            <p:cNvSpPr/>
            <p:nvPr/>
          </p:nvSpPr>
          <p:spPr>
            <a:xfrm>
              <a:off x="6920286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839" y="0"/>
                  </a:moveTo>
                  <a:cubicBezTo>
                    <a:pt x="839" y="0"/>
                    <a:pt x="186" y="135"/>
                    <a:pt x="93" y="295"/>
                  </a:cubicBezTo>
                  <a:cubicBezTo>
                    <a:pt x="0" y="439"/>
                    <a:pt x="80" y="1282"/>
                    <a:pt x="295" y="1535"/>
                  </a:cubicBezTo>
                  <a:cubicBezTo>
                    <a:pt x="445" y="1715"/>
                    <a:pt x="888" y="1741"/>
                    <a:pt x="1131" y="1741"/>
                  </a:cubicBezTo>
                  <a:cubicBezTo>
                    <a:pt x="1229" y="1741"/>
                    <a:pt x="1294" y="1737"/>
                    <a:pt x="1294" y="1737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9"/>
            <p:cNvSpPr/>
            <p:nvPr/>
          </p:nvSpPr>
          <p:spPr>
            <a:xfrm>
              <a:off x="6920286" y="2480792"/>
              <a:ext cx="39478" cy="120672"/>
            </a:xfrm>
            <a:custGeom>
              <a:avLst/>
              <a:gdLst/>
              <a:ahLst/>
              <a:cxnLst/>
              <a:rect l="l" t="t" r="r" b="b"/>
              <a:pathLst>
                <a:path w="494" h="1510" extrusionOk="0">
                  <a:moveTo>
                    <a:pt x="295" y="0"/>
                  </a:moveTo>
                  <a:cubicBezTo>
                    <a:pt x="199" y="39"/>
                    <a:pt x="119" y="81"/>
                    <a:pt x="93" y="135"/>
                  </a:cubicBezTo>
                  <a:cubicBezTo>
                    <a:pt x="0" y="279"/>
                    <a:pt x="80" y="1122"/>
                    <a:pt x="295" y="1375"/>
                  </a:cubicBezTo>
                  <a:cubicBezTo>
                    <a:pt x="333" y="1429"/>
                    <a:pt x="413" y="1468"/>
                    <a:pt x="494" y="1509"/>
                  </a:cubicBezTo>
                  <a:cubicBezTo>
                    <a:pt x="333" y="1000"/>
                    <a:pt x="295" y="321"/>
                    <a:pt x="29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9"/>
            <p:cNvSpPr/>
            <p:nvPr/>
          </p:nvSpPr>
          <p:spPr>
            <a:xfrm>
              <a:off x="6953291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426" y="0"/>
                  </a:moveTo>
                  <a:cubicBezTo>
                    <a:pt x="426" y="0"/>
                    <a:pt x="202" y="55"/>
                    <a:pt x="0" y="119"/>
                  </a:cubicBezTo>
                  <a:cubicBezTo>
                    <a:pt x="0" y="359"/>
                    <a:pt x="42" y="1134"/>
                    <a:pt x="253" y="1269"/>
                  </a:cubicBezTo>
                  <a:cubicBezTo>
                    <a:pt x="419" y="1390"/>
                    <a:pt x="520" y="1401"/>
                    <a:pt x="551" y="1401"/>
                  </a:cubicBezTo>
                  <a:cubicBezTo>
                    <a:pt x="558" y="1401"/>
                    <a:pt x="561" y="1400"/>
                    <a:pt x="561" y="1400"/>
                  </a:cubicBezTo>
                  <a:lnTo>
                    <a:pt x="667" y="1749"/>
                  </a:lnTo>
                  <a:cubicBezTo>
                    <a:pt x="788" y="1749"/>
                    <a:pt x="881" y="1737"/>
                    <a:pt x="881" y="1737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9"/>
            <p:cNvSpPr/>
            <p:nvPr/>
          </p:nvSpPr>
          <p:spPr>
            <a:xfrm>
              <a:off x="7201903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66" y="1741"/>
                    <a:pt x="164" y="1741"/>
                  </a:cubicBezTo>
                  <a:cubicBezTo>
                    <a:pt x="407" y="1741"/>
                    <a:pt x="849" y="1715"/>
                    <a:pt x="1000" y="1535"/>
                  </a:cubicBezTo>
                  <a:cubicBezTo>
                    <a:pt x="1201" y="1282"/>
                    <a:pt x="1294" y="439"/>
                    <a:pt x="1201" y="295"/>
                  </a:cubicBezTo>
                  <a:cubicBezTo>
                    <a:pt x="1108" y="13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9"/>
            <p:cNvSpPr/>
            <p:nvPr/>
          </p:nvSpPr>
          <p:spPr>
            <a:xfrm>
              <a:off x="7265834" y="2480792"/>
              <a:ext cx="39558" cy="120672"/>
            </a:xfrm>
            <a:custGeom>
              <a:avLst/>
              <a:gdLst/>
              <a:ahLst/>
              <a:cxnLst/>
              <a:rect l="l" t="t" r="r" b="b"/>
              <a:pathLst>
                <a:path w="495" h="1510" extrusionOk="0">
                  <a:moveTo>
                    <a:pt x="200" y="0"/>
                  </a:moveTo>
                  <a:cubicBezTo>
                    <a:pt x="187" y="321"/>
                    <a:pt x="161" y="1000"/>
                    <a:pt x="1" y="1509"/>
                  </a:cubicBezTo>
                  <a:cubicBezTo>
                    <a:pt x="81" y="1468"/>
                    <a:pt x="148" y="1429"/>
                    <a:pt x="200" y="1375"/>
                  </a:cubicBezTo>
                  <a:cubicBezTo>
                    <a:pt x="401" y="1122"/>
                    <a:pt x="494" y="279"/>
                    <a:pt x="401" y="135"/>
                  </a:cubicBezTo>
                  <a:cubicBezTo>
                    <a:pt x="376" y="81"/>
                    <a:pt x="296" y="39"/>
                    <a:pt x="200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9"/>
            <p:cNvSpPr/>
            <p:nvPr/>
          </p:nvSpPr>
          <p:spPr>
            <a:xfrm>
              <a:off x="7201903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80" y="1749"/>
                    <a:pt x="215" y="1749"/>
                  </a:cubicBezTo>
                  <a:lnTo>
                    <a:pt x="320" y="1400"/>
                  </a:lnTo>
                  <a:cubicBezTo>
                    <a:pt x="320" y="1400"/>
                    <a:pt x="324" y="1401"/>
                    <a:pt x="330" y="1401"/>
                  </a:cubicBezTo>
                  <a:cubicBezTo>
                    <a:pt x="361" y="1401"/>
                    <a:pt x="462" y="1390"/>
                    <a:pt x="628" y="1269"/>
                  </a:cubicBezTo>
                  <a:cubicBezTo>
                    <a:pt x="839" y="1134"/>
                    <a:pt x="868" y="359"/>
                    <a:pt x="881" y="119"/>
                  </a:cubicBezTo>
                  <a:cubicBezTo>
                    <a:pt x="666" y="5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9"/>
            <p:cNvSpPr/>
            <p:nvPr/>
          </p:nvSpPr>
          <p:spPr>
            <a:xfrm>
              <a:off x="7064131" y="2665393"/>
              <a:ext cx="94060" cy="55621"/>
            </a:xfrm>
            <a:custGeom>
              <a:avLst/>
              <a:gdLst/>
              <a:ahLst/>
              <a:cxnLst/>
              <a:rect l="l" t="t" r="r" b="b"/>
              <a:pathLst>
                <a:path w="1177" h="696" extrusionOk="0">
                  <a:moveTo>
                    <a:pt x="17" y="0"/>
                  </a:moveTo>
                  <a:cubicBezTo>
                    <a:pt x="17" y="0"/>
                    <a:pt x="42" y="321"/>
                    <a:pt x="1" y="679"/>
                  </a:cubicBezTo>
                  <a:cubicBezTo>
                    <a:pt x="79" y="690"/>
                    <a:pt x="152" y="695"/>
                    <a:pt x="222" y="695"/>
                  </a:cubicBezTo>
                  <a:cubicBezTo>
                    <a:pt x="922" y="695"/>
                    <a:pt x="1176" y="186"/>
                    <a:pt x="1176" y="186"/>
                  </a:cubicBezTo>
                  <a:lnTo>
                    <a:pt x="750" y="67"/>
                  </a:lnTo>
                  <a:lnTo>
                    <a:pt x="603" y="8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9"/>
            <p:cNvSpPr/>
            <p:nvPr/>
          </p:nvSpPr>
          <p:spPr>
            <a:xfrm>
              <a:off x="7001399" y="2481831"/>
              <a:ext cx="222803" cy="212334"/>
            </a:xfrm>
            <a:custGeom>
              <a:avLst/>
              <a:gdLst/>
              <a:ahLst/>
              <a:cxnLst/>
              <a:rect l="l" t="t" r="r" b="b"/>
              <a:pathLst>
                <a:path w="2788" h="2657" extrusionOk="0">
                  <a:moveTo>
                    <a:pt x="1388" y="0"/>
                  </a:moveTo>
                  <a:lnTo>
                    <a:pt x="1" y="266"/>
                  </a:lnTo>
                  <a:cubicBezTo>
                    <a:pt x="1" y="266"/>
                    <a:pt x="65" y="2656"/>
                    <a:pt x="1388" y="2656"/>
                  </a:cubicBezTo>
                  <a:cubicBezTo>
                    <a:pt x="2708" y="2656"/>
                    <a:pt x="2788" y="266"/>
                    <a:pt x="2788" y="266"/>
                  </a:cubicBezTo>
                  <a:lnTo>
                    <a:pt x="1388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9"/>
            <p:cNvSpPr/>
            <p:nvPr/>
          </p:nvSpPr>
          <p:spPr>
            <a:xfrm>
              <a:off x="7002438" y="2522267"/>
              <a:ext cx="220725" cy="59217"/>
            </a:xfrm>
            <a:custGeom>
              <a:avLst/>
              <a:gdLst/>
              <a:ahLst/>
              <a:cxnLst/>
              <a:rect l="l" t="t" r="r" b="b"/>
              <a:pathLst>
                <a:path w="2762" h="741" extrusionOk="0">
                  <a:moveTo>
                    <a:pt x="2762" y="0"/>
                  </a:moveTo>
                  <a:lnTo>
                    <a:pt x="0" y="68"/>
                  </a:lnTo>
                  <a:cubicBezTo>
                    <a:pt x="26" y="241"/>
                    <a:pt x="68" y="481"/>
                    <a:pt x="119" y="737"/>
                  </a:cubicBezTo>
                  <a:cubicBezTo>
                    <a:pt x="168" y="739"/>
                    <a:pt x="215" y="740"/>
                    <a:pt x="260" y="740"/>
                  </a:cubicBezTo>
                  <a:cubicBezTo>
                    <a:pt x="791" y="740"/>
                    <a:pt x="981" y="604"/>
                    <a:pt x="1215" y="468"/>
                  </a:cubicBezTo>
                  <a:cubicBezTo>
                    <a:pt x="1285" y="426"/>
                    <a:pt x="1335" y="409"/>
                    <a:pt x="1377" y="409"/>
                  </a:cubicBezTo>
                  <a:cubicBezTo>
                    <a:pt x="1493" y="409"/>
                    <a:pt x="1547" y="538"/>
                    <a:pt x="1801" y="616"/>
                  </a:cubicBezTo>
                  <a:cubicBezTo>
                    <a:pt x="1929" y="639"/>
                    <a:pt x="2053" y="648"/>
                    <a:pt x="2168" y="648"/>
                  </a:cubicBezTo>
                  <a:cubicBezTo>
                    <a:pt x="2379" y="648"/>
                    <a:pt x="2557" y="619"/>
                    <a:pt x="2669" y="603"/>
                  </a:cubicBezTo>
                  <a:cubicBezTo>
                    <a:pt x="2724" y="362"/>
                    <a:pt x="2749" y="148"/>
                    <a:pt x="2762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9"/>
            <p:cNvSpPr/>
            <p:nvPr/>
          </p:nvSpPr>
          <p:spPr>
            <a:xfrm>
              <a:off x="7072842" y="2615047"/>
              <a:ext cx="79915" cy="17342"/>
            </a:xfrm>
            <a:custGeom>
              <a:avLst/>
              <a:gdLst/>
              <a:ahLst/>
              <a:cxnLst/>
              <a:rect l="l" t="t" r="r" b="b"/>
              <a:pathLst>
                <a:path w="1000" h="217" extrusionOk="0">
                  <a:moveTo>
                    <a:pt x="271" y="1"/>
                  </a:moveTo>
                  <a:cubicBezTo>
                    <a:pt x="264" y="1"/>
                    <a:pt x="258" y="1"/>
                    <a:pt x="254" y="2"/>
                  </a:cubicBezTo>
                  <a:cubicBezTo>
                    <a:pt x="199" y="15"/>
                    <a:pt x="0" y="188"/>
                    <a:pt x="0" y="188"/>
                  </a:cubicBezTo>
                  <a:lnTo>
                    <a:pt x="279" y="150"/>
                  </a:lnTo>
                  <a:cubicBezTo>
                    <a:pt x="279" y="150"/>
                    <a:pt x="401" y="217"/>
                    <a:pt x="494" y="217"/>
                  </a:cubicBezTo>
                  <a:cubicBezTo>
                    <a:pt x="600" y="217"/>
                    <a:pt x="708" y="150"/>
                    <a:pt x="708" y="150"/>
                  </a:cubicBezTo>
                  <a:lnTo>
                    <a:pt x="1000" y="188"/>
                  </a:lnTo>
                  <a:cubicBezTo>
                    <a:pt x="1000" y="188"/>
                    <a:pt x="801" y="15"/>
                    <a:pt x="747" y="2"/>
                  </a:cubicBezTo>
                  <a:cubicBezTo>
                    <a:pt x="741" y="1"/>
                    <a:pt x="734" y="1"/>
                    <a:pt x="727" y="1"/>
                  </a:cubicBezTo>
                  <a:cubicBezTo>
                    <a:pt x="649" y="1"/>
                    <a:pt x="494" y="57"/>
                    <a:pt x="494" y="57"/>
                  </a:cubicBezTo>
                  <a:cubicBezTo>
                    <a:pt x="494" y="57"/>
                    <a:pt x="339" y="1"/>
                    <a:pt x="271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9"/>
            <p:cNvSpPr/>
            <p:nvPr/>
          </p:nvSpPr>
          <p:spPr>
            <a:xfrm>
              <a:off x="7095138" y="2648212"/>
              <a:ext cx="34363" cy="6393"/>
            </a:xfrm>
            <a:custGeom>
              <a:avLst/>
              <a:gdLst/>
              <a:ahLst/>
              <a:cxnLst/>
              <a:rect l="l" t="t" r="r" b="b"/>
              <a:pathLst>
                <a:path w="430" h="80" extrusionOk="0">
                  <a:moveTo>
                    <a:pt x="0" y="1"/>
                  </a:moveTo>
                  <a:cubicBezTo>
                    <a:pt x="61" y="53"/>
                    <a:pt x="138" y="80"/>
                    <a:pt x="215" y="80"/>
                  </a:cubicBezTo>
                  <a:cubicBezTo>
                    <a:pt x="292" y="80"/>
                    <a:pt x="369" y="53"/>
                    <a:pt x="429" y="1"/>
                  </a:cubicBezTo>
                  <a:lnTo>
                    <a:pt x="429" y="1"/>
                  </a:lnTo>
                  <a:cubicBezTo>
                    <a:pt x="358" y="19"/>
                    <a:pt x="286" y="25"/>
                    <a:pt x="223" y="25"/>
                  </a:cubicBezTo>
                  <a:cubicBezTo>
                    <a:pt x="96" y="2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9"/>
            <p:cNvSpPr/>
            <p:nvPr/>
          </p:nvSpPr>
          <p:spPr>
            <a:xfrm>
              <a:off x="6958645" y="2422136"/>
              <a:ext cx="307273" cy="137773"/>
            </a:xfrm>
            <a:custGeom>
              <a:avLst/>
              <a:gdLst/>
              <a:ahLst/>
              <a:cxnLst/>
              <a:rect l="l" t="t" r="r" b="b"/>
              <a:pathLst>
                <a:path w="3845" h="1724" extrusionOk="0">
                  <a:moveTo>
                    <a:pt x="1923" y="1"/>
                  </a:moveTo>
                  <a:cubicBezTo>
                    <a:pt x="1923" y="1"/>
                    <a:pt x="894" y="26"/>
                    <a:pt x="215" y="212"/>
                  </a:cubicBezTo>
                  <a:cubicBezTo>
                    <a:pt x="135" y="228"/>
                    <a:pt x="81" y="292"/>
                    <a:pt x="68" y="360"/>
                  </a:cubicBezTo>
                  <a:cubicBezTo>
                    <a:pt x="1" y="920"/>
                    <a:pt x="106" y="1375"/>
                    <a:pt x="174" y="1590"/>
                  </a:cubicBezTo>
                  <a:cubicBezTo>
                    <a:pt x="199" y="1654"/>
                    <a:pt x="267" y="1708"/>
                    <a:pt x="334" y="1708"/>
                  </a:cubicBezTo>
                  <a:cubicBezTo>
                    <a:pt x="458" y="1716"/>
                    <a:pt x="661" y="1723"/>
                    <a:pt x="882" y="1723"/>
                  </a:cubicBezTo>
                  <a:cubicBezTo>
                    <a:pt x="1044" y="1723"/>
                    <a:pt x="1217" y="1719"/>
                    <a:pt x="1375" y="1708"/>
                  </a:cubicBezTo>
                  <a:cubicBezTo>
                    <a:pt x="1455" y="1696"/>
                    <a:pt x="1522" y="1670"/>
                    <a:pt x="1602" y="1628"/>
                  </a:cubicBezTo>
                  <a:cubicBezTo>
                    <a:pt x="1695" y="1574"/>
                    <a:pt x="1788" y="1535"/>
                    <a:pt x="1923" y="1523"/>
                  </a:cubicBezTo>
                  <a:cubicBezTo>
                    <a:pt x="2057" y="1535"/>
                    <a:pt x="2163" y="1574"/>
                    <a:pt x="2256" y="1628"/>
                  </a:cubicBezTo>
                  <a:cubicBezTo>
                    <a:pt x="2323" y="1670"/>
                    <a:pt x="2403" y="1696"/>
                    <a:pt x="2483" y="1708"/>
                  </a:cubicBezTo>
                  <a:cubicBezTo>
                    <a:pt x="2642" y="1719"/>
                    <a:pt x="2812" y="1723"/>
                    <a:pt x="2972" y="1723"/>
                  </a:cubicBezTo>
                  <a:cubicBezTo>
                    <a:pt x="3191" y="1723"/>
                    <a:pt x="3393" y="1716"/>
                    <a:pt x="3525" y="1708"/>
                  </a:cubicBezTo>
                  <a:cubicBezTo>
                    <a:pt x="3592" y="1708"/>
                    <a:pt x="3659" y="1654"/>
                    <a:pt x="3685" y="1590"/>
                  </a:cubicBezTo>
                  <a:cubicBezTo>
                    <a:pt x="3752" y="1375"/>
                    <a:pt x="3845" y="920"/>
                    <a:pt x="3778" y="360"/>
                  </a:cubicBezTo>
                  <a:cubicBezTo>
                    <a:pt x="3778" y="292"/>
                    <a:pt x="3723" y="228"/>
                    <a:pt x="3643" y="212"/>
                  </a:cubicBezTo>
                  <a:cubicBezTo>
                    <a:pt x="2964" y="26"/>
                    <a:pt x="1923" y="1"/>
                    <a:pt x="1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9"/>
            <p:cNvSpPr/>
            <p:nvPr/>
          </p:nvSpPr>
          <p:spPr>
            <a:xfrm>
              <a:off x="6976865" y="2447788"/>
              <a:ext cx="11827" cy="11827"/>
            </a:xfrm>
            <a:custGeom>
              <a:avLst/>
              <a:gdLst/>
              <a:ahLst/>
              <a:cxnLst/>
              <a:rect l="l" t="t" r="r" b="b"/>
              <a:pathLst>
                <a:path w="148" h="148" extrusionOk="0">
                  <a:moveTo>
                    <a:pt x="67" y="0"/>
                  </a:moveTo>
                  <a:cubicBezTo>
                    <a:pt x="26" y="0"/>
                    <a:pt x="0" y="39"/>
                    <a:pt x="0" y="80"/>
                  </a:cubicBezTo>
                  <a:cubicBezTo>
                    <a:pt x="0" y="119"/>
                    <a:pt x="26" y="148"/>
                    <a:pt x="67" y="148"/>
                  </a:cubicBezTo>
                  <a:cubicBezTo>
                    <a:pt x="106" y="148"/>
                    <a:pt x="148" y="119"/>
                    <a:pt x="148" y="80"/>
                  </a:cubicBezTo>
                  <a:cubicBezTo>
                    <a:pt x="148" y="39"/>
                    <a:pt x="106" y="0"/>
                    <a:pt x="6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9"/>
            <p:cNvSpPr/>
            <p:nvPr/>
          </p:nvSpPr>
          <p:spPr>
            <a:xfrm>
              <a:off x="7236905" y="2447788"/>
              <a:ext cx="11907" cy="11827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81" y="0"/>
                  </a:moveTo>
                  <a:cubicBezTo>
                    <a:pt x="30" y="0"/>
                    <a:pt x="1" y="39"/>
                    <a:pt x="1" y="80"/>
                  </a:cubicBezTo>
                  <a:cubicBezTo>
                    <a:pt x="1" y="119"/>
                    <a:pt x="30" y="148"/>
                    <a:pt x="81" y="148"/>
                  </a:cubicBezTo>
                  <a:cubicBezTo>
                    <a:pt x="123" y="148"/>
                    <a:pt x="148" y="119"/>
                    <a:pt x="148" y="80"/>
                  </a:cubicBezTo>
                  <a:cubicBezTo>
                    <a:pt x="148" y="39"/>
                    <a:pt x="123" y="0"/>
                    <a:pt x="8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9"/>
            <p:cNvSpPr/>
            <p:nvPr/>
          </p:nvSpPr>
          <p:spPr>
            <a:xfrm>
              <a:off x="7006513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215" y="0"/>
                  </a:moveTo>
                  <a:cubicBezTo>
                    <a:pt x="215" y="0"/>
                    <a:pt x="1" y="320"/>
                    <a:pt x="55" y="692"/>
                  </a:cubicBezTo>
                  <a:cubicBezTo>
                    <a:pt x="376" y="1240"/>
                    <a:pt x="1042" y="1387"/>
                    <a:pt x="1042" y="1387"/>
                  </a:cubicBezTo>
                  <a:lnTo>
                    <a:pt x="1042" y="292"/>
                  </a:lnTo>
                  <a:cubicBezTo>
                    <a:pt x="388" y="173"/>
                    <a:pt x="215" y="0"/>
                    <a:pt x="21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9"/>
            <p:cNvSpPr/>
            <p:nvPr/>
          </p:nvSpPr>
          <p:spPr>
            <a:xfrm>
              <a:off x="6972470" y="2534015"/>
              <a:ext cx="280661" cy="25892"/>
            </a:xfrm>
            <a:custGeom>
              <a:avLst/>
              <a:gdLst/>
              <a:ahLst/>
              <a:cxnLst/>
              <a:rect l="l" t="t" r="r" b="b"/>
              <a:pathLst>
                <a:path w="3512" h="324" extrusionOk="0">
                  <a:moveTo>
                    <a:pt x="1750" y="1"/>
                  </a:moveTo>
                  <a:cubicBezTo>
                    <a:pt x="1615" y="1"/>
                    <a:pt x="1510" y="42"/>
                    <a:pt x="1404" y="110"/>
                  </a:cubicBezTo>
                  <a:cubicBezTo>
                    <a:pt x="1337" y="148"/>
                    <a:pt x="1256" y="174"/>
                    <a:pt x="1164" y="190"/>
                  </a:cubicBezTo>
                  <a:cubicBezTo>
                    <a:pt x="1000" y="201"/>
                    <a:pt x="822" y="205"/>
                    <a:pt x="653" y="205"/>
                  </a:cubicBezTo>
                  <a:cubicBezTo>
                    <a:pt x="423" y="205"/>
                    <a:pt x="212" y="197"/>
                    <a:pt x="81" y="190"/>
                  </a:cubicBezTo>
                  <a:cubicBezTo>
                    <a:pt x="42" y="190"/>
                    <a:pt x="13" y="190"/>
                    <a:pt x="1" y="174"/>
                  </a:cubicBezTo>
                  <a:lnTo>
                    <a:pt x="1" y="190"/>
                  </a:lnTo>
                  <a:cubicBezTo>
                    <a:pt x="26" y="254"/>
                    <a:pt x="94" y="308"/>
                    <a:pt x="161" y="308"/>
                  </a:cubicBezTo>
                  <a:cubicBezTo>
                    <a:pt x="285" y="316"/>
                    <a:pt x="488" y="323"/>
                    <a:pt x="709" y="323"/>
                  </a:cubicBezTo>
                  <a:cubicBezTo>
                    <a:pt x="871" y="323"/>
                    <a:pt x="1044" y="319"/>
                    <a:pt x="1202" y="308"/>
                  </a:cubicBezTo>
                  <a:cubicBezTo>
                    <a:pt x="1282" y="296"/>
                    <a:pt x="1349" y="270"/>
                    <a:pt x="1429" y="228"/>
                  </a:cubicBezTo>
                  <a:cubicBezTo>
                    <a:pt x="1522" y="174"/>
                    <a:pt x="1615" y="135"/>
                    <a:pt x="1750" y="123"/>
                  </a:cubicBezTo>
                  <a:cubicBezTo>
                    <a:pt x="1884" y="135"/>
                    <a:pt x="1990" y="174"/>
                    <a:pt x="2083" y="228"/>
                  </a:cubicBezTo>
                  <a:cubicBezTo>
                    <a:pt x="2150" y="270"/>
                    <a:pt x="2230" y="296"/>
                    <a:pt x="2310" y="308"/>
                  </a:cubicBezTo>
                  <a:cubicBezTo>
                    <a:pt x="2469" y="319"/>
                    <a:pt x="2639" y="323"/>
                    <a:pt x="2799" y="323"/>
                  </a:cubicBezTo>
                  <a:cubicBezTo>
                    <a:pt x="3018" y="323"/>
                    <a:pt x="3220" y="316"/>
                    <a:pt x="3352" y="308"/>
                  </a:cubicBezTo>
                  <a:cubicBezTo>
                    <a:pt x="3419" y="308"/>
                    <a:pt x="3486" y="254"/>
                    <a:pt x="3512" y="190"/>
                  </a:cubicBezTo>
                  <a:lnTo>
                    <a:pt x="3512" y="174"/>
                  </a:lnTo>
                  <a:cubicBezTo>
                    <a:pt x="3486" y="190"/>
                    <a:pt x="3457" y="190"/>
                    <a:pt x="3432" y="190"/>
                  </a:cubicBezTo>
                  <a:cubicBezTo>
                    <a:pt x="3300" y="197"/>
                    <a:pt x="3085" y="205"/>
                    <a:pt x="2854" y="205"/>
                  </a:cubicBezTo>
                  <a:cubicBezTo>
                    <a:pt x="2685" y="205"/>
                    <a:pt x="2507" y="201"/>
                    <a:pt x="2349" y="190"/>
                  </a:cubicBezTo>
                  <a:cubicBezTo>
                    <a:pt x="2256" y="174"/>
                    <a:pt x="2176" y="148"/>
                    <a:pt x="2109" y="110"/>
                  </a:cubicBezTo>
                  <a:cubicBezTo>
                    <a:pt x="2003" y="42"/>
                    <a:pt x="1897" y="1"/>
                    <a:pt x="1750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9"/>
            <p:cNvSpPr/>
            <p:nvPr/>
          </p:nvSpPr>
          <p:spPr>
            <a:xfrm>
              <a:off x="7166501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1523" y="0"/>
                  </a:moveTo>
                  <a:cubicBezTo>
                    <a:pt x="1523" y="0"/>
                    <a:pt x="751" y="106"/>
                    <a:pt x="337" y="106"/>
                  </a:cubicBezTo>
                  <a:cubicBezTo>
                    <a:pt x="1" y="106"/>
                    <a:pt x="763" y="414"/>
                    <a:pt x="1590" y="535"/>
                  </a:cubicBezTo>
                  <a:cubicBezTo>
                    <a:pt x="1564" y="359"/>
                    <a:pt x="1551" y="186"/>
                    <a:pt x="1523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9"/>
            <p:cNvSpPr/>
            <p:nvPr/>
          </p:nvSpPr>
          <p:spPr>
            <a:xfrm>
              <a:off x="7196469" y="3270020"/>
              <a:ext cx="118674" cy="70485"/>
            </a:xfrm>
            <a:custGeom>
              <a:avLst/>
              <a:gdLst/>
              <a:ahLst/>
              <a:cxnLst/>
              <a:rect l="l" t="t" r="r" b="b"/>
              <a:pathLst>
                <a:path w="1485" h="882" extrusionOk="0">
                  <a:moveTo>
                    <a:pt x="241" y="1"/>
                  </a:moveTo>
                  <a:lnTo>
                    <a:pt x="1" y="510"/>
                  </a:lnTo>
                  <a:cubicBezTo>
                    <a:pt x="1" y="510"/>
                    <a:pt x="722" y="844"/>
                    <a:pt x="1484" y="882"/>
                  </a:cubicBezTo>
                  <a:cubicBezTo>
                    <a:pt x="1455" y="722"/>
                    <a:pt x="1430" y="549"/>
                    <a:pt x="1404" y="350"/>
                  </a:cubicBezTo>
                  <a:cubicBezTo>
                    <a:pt x="1122" y="321"/>
                    <a:pt x="629" y="241"/>
                    <a:pt x="241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9"/>
            <p:cNvSpPr/>
            <p:nvPr/>
          </p:nvSpPr>
          <p:spPr>
            <a:xfrm>
              <a:off x="7135814" y="3397003"/>
              <a:ext cx="190837" cy="62094"/>
            </a:xfrm>
            <a:custGeom>
              <a:avLst/>
              <a:gdLst/>
              <a:ahLst/>
              <a:cxnLst/>
              <a:rect l="l" t="t" r="r" b="b"/>
              <a:pathLst>
                <a:path w="2388" h="777" extrusionOk="0">
                  <a:moveTo>
                    <a:pt x="2323" y="1"/>
                  </a:moveTo>
                  <a:cubicBezTo>
                    <a:pt x="1486" y="302"/>
                    <a:pt x="725" y="353"/>
                    <a:pt x="273" y="353"/>
                  </a:cubicBezTo>
                  <a:cubicBezTo>
                    <a:pt x="163" y="353"/>
                    <a:pt x="71" y="350"/>
                    <a:pt x="1" y="347"/>
                  </a:cubicBezTo>
                  <a:lnTo>
                    <a:pt x="1" y="776"/>
                  </a:lnTo>
                  <a:cubicBezTo>
                    <a:pt x="1974" y="776"/>
                    <a:pt x="2387" y="469"/>
                    <a:pt x="2387" y="469"/>
                  </a:cubicBezTo>
                  <a:lnTo>
                    <a:pt x="232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9"/>
            <p:cNvSpPr/>
            <p:nvPr/>
          </p:nvSpPr>
          <p:spPr>
            <a:xfrm>
              <a:off x="7135814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827" y="0"/>
                  </a:moveTo>
                  <a:cubicBezTo>
                    <a:pt x="827" y="0"/>
                    <a:pt x="641" y="173"/>
                    <a:pt x="1" y="292"/>
                  </a:cubicBezTo>
                  <a:lnTo>
                    <a:pt x="1" y="1387"/>
                  </a:lnTo>
                  <a:cubicBezTo>
                    <a:pt x="1" y="1387"/>
                    <a:pt x="654" y="1240"/>
                    <a:pt x="987" y="692"/>
                  </a:cubicBezTo>
                  <a:cubicBezTo>
                    <a:pt x="1042" y="320"/>
                    <a:pt x="827" y="0"/>
                    <a:pt x="82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9"/>
            <p:cNvSpPr/>
            <p:nvPr/>
          </p:nvSpPr>
          <p:spPr>
            <a:xfrm>
              <a:off x="7527232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1" y="1"/>
                  </a:moveTo>
                  <a:cubicBezTo>
                    <a:pt x="1" y="1"/>
                    <a:pt x="67" y="590"/>
                    <a:pt x="273" y="590"/>
                  </a:cubicBezTo>
                  <a:cubicBezTo>
                    <a:pt x="275" y="590"/>
                    <a:pt x="277" y="590"/>
                    <a:pt x="279" y="590"/>
                  </a:cubicBezTo>
                  <a:cubicBezTo>
                    <a:pt x="507" y="590"/>
                    <a:pt x="388" y="55"/>
                    <a:pt x="388" y="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9"/>
            <p:cNvSpPr/>
            <p:nvPr/>
          </p:nvSpPr>
          <p:spPr>
            <a:xfrm>
              <a:off x="7392817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2269" y="55"/>
                  </a:moveTo>
                  <a:cubicBezTo>
                    <a:pt x="2429" y="55"/>
                    <a:pt x="2564" y="68"/>
                    <a:pt x="2657" y="81"/>
                  </a:cubicBezTo>
                  <a:cubicBezTo>
                    <a:pt x="2695" y="93"/>
                    <a:pt x="2737" y="93"/>
                    <a:pt x="2762" y="106"/>
                  </a:cubicBezTo>
                  <a:cubicBezTo>
                    <a:pt x="2762" y="119"/>
                    <a:pt x="2775" y="119"/>
                    <a:pt x="2775" y="119"/>
                  </a:cubicBezTo>
                  <a:lnTo>
                    <a:pt x="2791" y="135"/>
                  </a:lnTo>
                  <a:cubicBezTo>
                    <a:pt x="2791" y="148"/>
                    <a:pt x="2791" y="148"/>
                    <a:pt x="2762" y="161"/>
                  </a:cubicBezTo>
                  <a:cubicBezTo>
                    <a:pt x="2737" y="186"/>
                    <a:pt x="2682" y="228"/>
                    <a:pt x="2602" y="254"/>
                  </a:cubicBezTo>
                  <a:cubicBezTo>
                    <a:pt x="2375" y="346"/>
                    <a:pt x="1936" y="439"/>
                    <a:pt x="1443" y="507"/>
                  </a:cubicBezTo>
                  <a:cubicBezTo>
                    <a:pt x="1109" y="561"/>
                    <a:pt x="815" y="574"/>
                    <a:pt x="562" y="574"/>
                  </a:cubicBezTo>
                  <a:cubicBezTo>
                    <a:pt x="401" y="574"/>
                    <a:pt x="280" y="561"/>
                    <a:pt x="187" y="548"/>
                  </a:cubicBezTo>
                  <a:cubicBezTo>
                    <a:pt x="132" y="535"/>
                    <a:pt x="107" y="535"/>
                    <a:pt x="81" y="519"/>
                  </a:cubicBezTo>
                  <a:cubicBezTo>
                    <a:pt x="68" y="507"/>
                    <a:pt x="68" y="507"/>
                    <a:pt x="52" y="507"/>
                  </a:cubicBezTo>
                  <a:lnTo>
                    <a:pt x="52" y="494"/>
                  </a:lnTo>
                  <a:cubicBezTo>
                    <a:pt x="52" y="481"/>
                    <a:pt x="52" y="481"/>
                    <a:pt x="68" y="468"/>
                  </a:cubicBezTo>
                  <a:cubicBezTo>
                    <a:pt x="94" y="439"/>
                    <a:pt x="148" y="401"/>
                    <a:pt x="228" y="375"/>
                  </a:cubicBezTo>
                  <a:cubicBezTo>
                    <a:pt x="469" y="279"/>
                    <a:pt x="895" y="186"/>
                    <a:pt x="1388" y="119"/>
                  </a:cubicBezTo>
                  <a:cubicBezTo>
                    <a:pt x="1721" y="68"/>
                    <a:pt x="2029" y="55"/>
                    <a:pt x="2269" y="55"/>
                  </a:cubicBezTo>
                  <a:close/>
                  <a:moveTo>
                    <a:pt x="2269" y="0"/>
                  </a:moveTo>
                  <a:cubicBezTo>
                    <a:pt x="2029" y="0"/>
                    <a:pt x="1721" y="13"/>
                    <a:pt x="1388" y="68"/>
                  </a:cubicBezTo>
                  <a:cubicBezTo>
                    <a:pt x="1000" y="106"/>
                    <a:pt x="667" y="186"/>
                    <a:pt x="414" y="254"/>
                  </a:cubicBezTo>
                  <a:cubicBezTo>
                    <a:pt x="292" y="295"/>
                    <a:pt x="187" y="334"/>
                    <a:pt x="119" y="359"/>
                  </a:cubicBezTo>
                  <a:cubicBezTo>
                    <a:pt x="81" y="388"/>
                    <a:pt x="52" y="401"/>
                    <a:pt x="39" y="427"/>
                  </a:cubicBezTo>
                  <a:cubicBezTo>
                    <a:pt x="14" y="439"/>
                    <a:pt x="1" y="468"/>
                    <a:pt x="1" y="494"/>
                  </a:cubicBezTo>
                  <a:cubicBezTo>
                    <a:pt x="1" y="507"/>
                    <a:pt x="14" y="519"/>
                    <a:pt x="14" y="535"/>
                  </a:cubicBezTo>
                  <a:cubicBezTo>
                    <a:pt x="39" y="561"/>
                    <a:pt x="68" y="574"/>
                    <a:pt x="94" y="574"/>
                  </a:cubicBezTo>
                  <a:cubicBezTo>
                    <a:pt x="187" y="616"/>
                    <a:pt x="347" y="628"/>
                    <a:pt x="562" y="628"/>
                  </a:cubicBezTo>
                  <a:cubicBezTo>
                    <a:pt x="815" y="628"/>
                    <a:pt x="1122" y="600"/>
                    <a:pt x="1455" y="561"/>
                  </a:cubicBezTo>
                  <a:cubicBezTo>
                    <a:pt x="1830" y="519"/>
                    <a:pt x="2176" y="439"/>
                    <a:pt x="2429" y="375"/>
                  </a:cubicBezTo>
                  <a:cubicBezTo>
                    <a:pt x="2551" y="334"/>
                    <a:pt x="2644" y="295"/>
                    <a:pt x="2724" y="266"/>
                  </a:cubicBezTo>
                  <a:cubicBezTo>
                    <a:pt x="2750" y="241"/>
                    <a:pt x="2791" y="228"/>
                    <a:pt x="2804" y="199"/>
                  </a:cubicBezTo>
                  <a:cubicBezTo>
                    <a:pt x="2830" y="186"/>
                    <a:pt x="2842" y="161"/>
                    <a:pt x="2842" y="135"/>
                  </a:cubicBezTo>
                  <a:cubicBezTo>
                    <a:pt x="2842" y="119"/>
                    <a:pt x="2830" y="106"/>
                    <a:pt x="2817" y="93"/>
                  </a:cubicBezTo>
                  <a:cubicBezTo>
                    <a:pt x="2804" y="68"/>
                    <a:pt x="2775" y="55"/>
                    <a:pt x="2750" y="55"/>
                  </a:cubicBezTo>
                  <a:cubicBezTo>
                    <a:pt x="2644" y="13"/>
                    <a:pt x="2484" y="0"/>
                    <a:pt x="2269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9"/>
            <p:cNvSpPr/>
            <p:nvPr/>
          </p:nvSpPr>
          <p:spPr>
            <a:xfrm>
              <a:off x="6600231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561" y="55"/>
                  </a:moveTo>
                  <a:cubicBezTo>
                    <a:pt x="802" y="55"/>
                    <a:pt x="1109" y="68"/>
                    <a:pt x="1442" y="119"/>
                  </a:cubicBezTo>
                  <a:cubicBezTo>
                    <a:pt x="1830" y="161"/>
                    <a:pt x="2163" y="241"/>
                    <a:pt x="2403" y="308"/>
                  </a:cubicBezTo>
                  <a:cubicBezTo>
                    <a:pt x="2538" y="346"/>
                    <a:pt x="2631" y="375"/>
                    <a:pt x="2698" y="414"/>
                  </a:cubicBezTo>
                  <a:cubicBezTo>
                    <a:pt x="2724" y="427"/>
                    <a:pt x="2749" y="439"/>
                    <a:pt x="2762" y="468"/>
                  </a:cubicBezTo>
                  <a:cubicBezTo>
                    <a:pt x="2778" y="481"/>
                    <a:pt x="2791" y="481"/>
                    <a:pt x="2791" y="494"/>
                  </a:cubicBezTo>
                  <a:lnTo>
                    <a:pt x="2778" y="507"/>
                  </a:lnTo>
                  <a:cubicBezTo>
                    <a:pt x="2778" y="507"/>
                    <a:pt x="2749" y="519"/>
                    <a:pt x="2724" y="535"/>
                  </a:cubicBezTo>
                  <a:cubicBezTo>
                    <a:pt x="2644" y="561"/>
                    <a:pt x="2483" y="574"/>
                    <a:pt x="2269" y="574"/>
                  </a:cubicBezTo>
                  <a:cubicBezTo>
                    <a:pt x="2029" y="574"/>
                    <a:pt x="1721" y="561"/>
                    <a:pt x="1388" y="507"/>
                  </a:cubicBezTo>
                  <a:cubicBezTo>
                    <a:pt x="1016" y="468"/>
                    <a:pt x="667" y="388"/>
                    <a:pt x="427" y="321"/>
                  </a:cubicBezTo>
                  <a:cubicBezTo>
                    <a:pt x="308" y="279"/>
                    <a:pt x="215" y="254"/>
                    <a:pt x="148" y="215"/>
                  </a:cubicBezTo>
                  <a:cubicBezTo>
                    <a:pt x="106" y="199"/>
                    <a:pt x="81" y="186"/>
                    <a:pt x="68" y="161"/>
                  </a:cubicBezTo>
                  <a:cubicBezTo>
                    <a:pt x="55" y="148"/>
                    <a:pt x="55" y="148"/>
                    <a:pt x="55" y="135"/>
                  </a:cubicBezTo>
                  <a:lnTo>
                    <a:pt x="55" y="119"/>
                  </a:lnTo>
                  <a:cubicBezTo>
                    <a:pt x="68" y="119"/>
                    <a:pt x="81" y="106"/>
                    <a:pt x="106" y="93"/>
                  </a:cubicBezTo>
                  <a:cubicBezTo>
                    <a:pt x="199" y="68"/>
                    <a:pt x="360" y="55"/>
                    <a:pt x="561" y="55"/>
                  </a:cubicBezTo>
                  <a:close/>
                  <a:moveTo>
                    <a:pt x="561" y="0"/>
                  </a:moveTo>
                  <a:cubicBezTo>
                    <a:pt x="401" y="0"/>
                    <a:pt x="267" y="13"/>
                    <a:pt x="174" y="26"/>
                  </a:cubicBezTo>
                  <a:cubicBezTo>
                    <a:pt x="119" y="39"/>
                    <a:pt x="81" y="55"/>
                    <a:pt x="55" y="68"/>
                  </a:cubicBezTo>
                  <a:cubicBezTo>
                    <a:pt x="39" y="68"/>
                    <a:pt x="26" y="81"/>
                    <a:pt x="14" y="93"/>
                  </a:cubicBezTo>
                  <a:cubicBezTo>
                    <a:pt x="14" y="106"/>
                    <a:pt x="1" y="119"/>
                    <a:pt x="1" y="135"/>
                  </a:cubicBezTo>
                  <a:cubicBezTo>
                    <a:pt x="1" y="161"/>
                    <a:pt x="14" y="186"/>
                    <a:pt x="26" y="199"/>
                  </a:cubicBezTo>
                  <a:cubicBezTo>
                    <a:pt x="68" y="241"/>
                    <a:pt x="135" y="266"/>
                    <a:pt x="215" y="308"/>
                  </a:cubicBezTo>
                  <a:cubicBezTo>
                    <a:pt x="456" y="401"/>
                    <a:pt x="882" y="494"/>
                    <a:pt x="1388" y="561"/>
                  </a:cubicBezTo>
                  <a:cubicBezTo>
                    <a:pt x="1721" y="600"/>
                    <a:pt x="2029" y="628"/>
                    <a:pt x="2269" y="628"/>
                  </a:cubicBezTo>
                  <a:cubicBezTo>
                    <a:pt x="2429" y="628"/>
                    <a:pt x="2564" y="616"/>
                    <a:pt x="2669" y="600"/>
                  </a:cubicBezTo>
                  <a:cubicBezTo>
                    <a:pt x="2711" y="587"/>
                    <a:pt x="2749" y="574"/>
                    <a:pt x="2778" y="561"/>
                  </a:cubicBezTo>
                  <a:cubicBezTo>
                    <a:pt x="2804" y="561"/>
                    <a:pt x="2804" y="548"/>
                    <a:pt x="2817" y="535"/>
                  </a:cubicBezTo>
                  <a:cubicBezTo>
                    <a:pt x="2829" y="519"/>
                    <a:pt x="2842" y="507"/>
                    <a:pt x="2842" y="494"/>
                  </a:cubicBezTo>
                  <a:cubicBezTo>
                    <a:pt x="2842" y="468"/>
                    <a:pt x="2829" y="439"/>
                    <a:pt x="2804" y="427"/>
                  </a:cubicBezTo>
                  <a:cubicBezTo>
                    <a:pt x="2762" y="388"/>
                    <a:pt x="2711" y="359"/>
                    <a:pt x="2631" y="321"/>
                  </a:cubicBezTo>
                  <a:cubicBezTo>
                    <a:pt x="2391" y="228"/>
                    <a:pt x="1948" y="135"/>
                    <a:pt x="1455" y="68"/>
                  </a:cubicBezTo>
                  <a:cubicBezTo>
                    <a:pt x="1122" y="13"/>
                    <a:pt x="814" y="0"/>
                    <a:pt x="561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8" name="Google Shape;2868;p19"/>
          <p:cNvGrpSpPr/>
          <p:nvPr/>
        </p:nvGrpSpPr>
        <p:grpSpPr>
          <a:xfrm>
            <a:off x="1335679" y="539504"/>
            <a:ext cx="1129918" cy="278457"/>
            <a:chOff x="713231" y="815211"/>
            <a:chExt cx="894914" cy="220542"/>
          </a:xfrm>
        </p:grpSpPr>
        <p:sp>
          <p:nvSpPr>
            <p:cNvPr id="2869" name="Google Shape;2869;p19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9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9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3" name="Google Shape;2873;p2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874" name="Google Shape;2874;p2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0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1" name="Google Shape;2881;p2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882" name="Google Shape;2882;p2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883" name="Google Shape;2883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9" name="Google Shape;2919;p2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920" name="Google Shape;2920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6" name="Google Shape;2956;p2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957" name="Google Shape;2957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3" name="Google Shape;2993;p2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94" name="Google Shape;2994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30" name="Google Shape;3030;p20"/>
          <p:cNvGrpSpPr/>
          <p:nvPr/>
        </p:nvGrpSpPr>
        <p:grpSpPr>
          <a:xfrm>
            <a:off x="7063481" y="2679442"/>
            <a:ext cx="1506855" cy="1232398"/>
            <a:chOff x="3294431" y="3820626"/>
            <a:chExt cx="757594" cy="619576"/>
          </a:xfrm>
        </p:grpSpPr>
        <p:sp>
          <p:nvSpPr>
            <p:cNvPr id="3031" name="Google Shape;3031;p20"/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0"/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0"/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0"/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0"/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0"/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0"/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0"/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0"/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0"/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0"/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0"/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0"/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0"/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0"/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0"/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0"/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0"/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0"/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0"/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0"/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0"/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0"/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7" name="Google Shape;3057;p20"/>
          <p:cNvGrpSpPr/>
          <p:nvPr/>
        </p:nvGrpSpPr>
        <p:grpSpPr>
          <a:xfrm>
            <a:off x="593104" y="593204"/>
            <a:ext cx="1129918" cy="278457"/>
            <a:chOff x="713231" y="815211"/>
            <a:chExt cx="894914" cy="220542"/>
          </a:xfrm>
        </p:grpSpPr>
        <p:sp>
          <p:nvSpPr>
            <p:cNvPr id="3058" name="Google Shape;3058;p20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0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0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1" name="Google Shape;3061;p20"/>
          <p:cNvGrpSpPr/>
          <p:nvPr/>
        </p:nvGrpSpPr>
        <p:grpSpPr>
          <a:xfrm>
            <a:off x="7107181" y="1539125"/>
            <a:ext cx="1197217" cy="985790"/>
            <a:chOff x="1421488" y="3951845"/>
            <a:chExt cx="698697" cy="575308"/>
          </a:xfrm>
        </p:grpSpPr>
        <p:sp>
          <p:nvSpPr>
            <p:cNvPr id="3062" name="Google Shape;3062;p20"/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0"/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0"/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0"/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0"/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0"/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0"/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9" name="Google Shape;3069;p20"/>
          <p:cNvGrpSpPr/>
          <p:nvPr/>
        </p:nvGrpSpPr>
        <p:grpSpPr>
          <a:xfrm>
            <a:off x="565293" y="3009776"/>
            <a:ext cx="212230" cy="1594227"/>
            <a:chOff x="425780" y="482769"/>
            <a:chExt cx="127819" cy="561525"/>
          </a:xfrm>
        </p:grpSpPr>
        <p:sp>
          <p:nvSpPr>
            <p:cNvPr id="3070" name="Google Shape;3070;p20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0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0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0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0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0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0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4" r:id="rId9"/>
    <p:sldLayoutId id="2147483665" r:id="rId10"/>
    <p:sldLayoutId id="2147483666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7" name="Google Shape;3087;p24"/>
          <p:cNvGrpSpPr/>
          <p:nvPr/>
        </p:nvGrpSpPr>
        <p:grpSpPr>
          <a:xfrm>
            <a:off x="5340838" y="1367155"/>
            <a:ext cx="2648558" cy="1945391"/>
            <a:chOff x="296117" y="2376907"/>
            <a:chExt cx="715672" cy="525668"/>
          </a:xfrm>
        </p:grpSpPr>
        <p:sp>
          <p:nvSpPr>
            <p:cNvPr id="3088" name="Google Shape;3088;p24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4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4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4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4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4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4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4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4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7" name="Google Shape;3097;p24"/>
          <p:cNvSpPr txBox="1">
            <a:spLocks noGrp="1"/>
          </p:cNvSpPr>
          <p:nvPr>
            <p:ph type="ctrTitle"/>
          </p:nvPr>
        </p:nvSpPr>
        <p:spPr>
          <a:xfrm>
            <a:off x="1204111" y="1899454"/>
            <a:ext cx="3447220" cy="8506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ym typeface="Archivo ExtraBold"/>
              </a:rPr>
              <a:t>Session </a:t>
            </a:r>
            <a:r>
              <a:rPr lang="en" sz="4400" dirty="0">
                <a:solidFill>
                  <a:schemeClr val="accent4"/>
                </a:solidFill>
                <a:sym typeface="Archivo ExtraBold"/>
              </a:rPr>
              <a:t>7</a:t>
            </a:r>
            <a:endParaRPr sz="3200" dirty="0">
              <a:solidFill>
                <a:schemeClr val="accent4"/>
              </a:solidFill>
            </a:endParaRPr>
          </a:p>
        </p:txBody>
      </p:sp>
      <p:grpSp>
        <p:nvGrpSpPr>
          <p:cNvPr id="3151" name="Google Shape;3151;p24"/>
          <p:cNvGrpSpPr/>
          <p:nvPr/>
        </p:nvGrpSpPr>
        <p:grpSpPr>
          <a:xfrm>
            <a:off x="4571992" y="539504"/>
            <a:ext cx="1129918" cy="278457"/>
            <a:chOff x="713231" y="815211"/>
            <a:chExt cx="894914" cy="220542"/>
          </a:xfrm>
        </p:grpSpPr>
        <p:sp>
          <p:nvSpPr>
            <p:cNvPr id="3152" name="Google Shape;3152;p24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4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4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6" name="Google Shape;3261;p28">
            <a:extLst>
              <a:ext uri="{FF2B5EF4-FFF2-40B4-BE49-F238E27FC236}">
                <a16:creationId xmlns:a16="http://schemas.microsoft.com/office/drawing/2014/main" id="{7156DCE4-49E2-5D53-BDC8-28E1DB92BC5A}"/>
              </a:ext>
            </a:extLst>
          </p:cNvPr>
          <p:cNvGrpSpPr/>
          <p:nvPr/>
        </p:nvGrpSpPr>
        <p:grpSpPr>
          <a:xfrm>
            <a:off x="5364473" y="1918854"/>
            <a:ext cx="2762209" cy="2879270"/>
            <a:chOff x="5364473" y="1918854"/>
            <a:chExt cx="2762209" cy="2879270"/>
          </a:xfrm>
        </p:grpSpPr>
        <p:grpSp>
          <p:nvGrpSpPr>
            <p:cNvPr id="3177" name="Google Shape;3262;p28">
              <a:extLst>
                <a:ext uri="{FF2B5EF4-FFF2-40B4-BE49-F238E27FC236}">
                  <a16:creationId xmlns:a16="http://schemas.microsoft.com/office/drawing/2014/main" id="{1735F785-AFDF-D82C-C9C9-C9EB6F2D4D83}"/>
                </a:ext>
              </a:extLst>
            </p:cNvPr>
            <p:cNvGrpSpPr/>
            <p:nvPr/>
          </p:nvGrpSpPr>
          <p:grpSpPr>
            <a:xfrm>
              <a:off x="7123237" y="2127277"/>
              <a:ext cx="1003444" cy="2670847"/>
              <a:chOff x="6041499" y="927782"/>
              <a:chExt cx="395899" cy="1053755"/>
            </a:xfrm>
          </p:grpSpPr>
          <p:sp>
            <p:nvSpPr>
              <p:cNvPr id="3238" name="Google Shape;3263;p28">
                <a:extLst>
                  <a:ext uri="{FF2B5EF4-FFF2-40B4-BE49-F238E27FC236}">
                    <a16:creationId xmlns:a16="http://schemas.microsoft.com/office/drawing/2014/main" id="{5063ECA8-987D-BC94-5590-5AAE950024CF}"/>
                  </a:ext>
                </a:extLst>
              </p:cNvPr>
              <p:cNvSpPr/>
              <p:nvPr/>
            </p:nvSpPr>
            <p:spPr>
              <a:xfrm>
                <a:off x="6324155" y="1217789"/>
                <a:ext cx="17182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215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215" y="9557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64;p28">
                <a:extLst>
                  <a:ext uri="{FF2B5EF4-FFF2-40B4-BE49-F238E27FC236}">
                    <a16:creationId xmlns:a16="http://schemas.microsoft.com/office/drawing/2014/main" id="{9C3E5847-D520-2845-7552-865E1210B73E}"/>
                  </a:ext>
                </a:extLst>
              </p:cNvPr>
              <p:cNvSpPr/>
              <p:nvPr/>
            </p:nvSpPr>
            <p:spPr>
              <a:xfrm>
                <a:off x="6313367" y="982043"/>
                <a:ext cx="124028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3352" extrusionOk="0">
                    <a:moveTo>
                      <a:pt x="1" y="0"/>
                    </a:moveTo>
                    <a:lnTo>
                      <a:pt x="590" y="3351"/>
                    </a:lnTo>
                    <a:lnTo>
                      <a:pt x="1551" y="3351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65;p28">
                <a:extLst>
                  <a:ext uri="{FF2B5EF4-FFF2-40B4-BE49-F238E27FC236}">
                    <a16:creationId xmlns:a16="http://schemas.microsoft.com/office/drawing/2014/main" id="{81E32D34-6D45-05DF-A6FF-825212F1E8A5}"/>
                  </a:ext>
                </a:extLst>
              </p:cNvPr>
              <p:cNvSpPr/>
              <p:nvPr/>
            </p:nvSpPr>
            <p:spPr>
              <a:xfrm>
                <a:off x="6068111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" y="0"/>
                    </a:moveTo>
                    <a:lnTo>
                      <a:pt x="1788" y="5084"/>
                    </a:lnTo>
                    <a:lnTo>
                      <a:pt x="4620" y="5084"/>
                    </a:lnTo>
                    <a:lnTo>
                      <a:pt x="3099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66;p28">
                <a:extLst>
                  <a:ext uri="{FF2B5EF4-FFF2-40B4-BE49-F238E27FC236}">
                    <a16:creationId xmlns:a16="http://schemas.microsoft.com/office/drawing/2014/main" id="{B0B532E0-7B62-73B3-D9AD-916E7F906E8C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67;p28">
                <a:extLst>
                  <a:ext uri="{FF2B5EF4-FFF2-40B4-BE49-F238E27FC236}">
                    <a16:creationId xmlns:a16="http://schemas.microsoft.com/office/drawing/2014/main" id="{8830E4FE-662D-736E-4F45-F2FE70018594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57175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8" name="Google Shape;3268;p28">
              <a:extLst>
                <a:ext uri="{FF2B5EF4-FFF2-40B4-BE49-F238E27FC236}">
                  <a16:creationId xmlns:a16="http://schemas.microsoft.com/office/drawing/2014/main" id="{DCBF111F-1DB7-C27B-F822-16DB2FE0C64B}"/>
                </a:ext>
              </a:extLst>
            </p:cNvPr>
            <p:cNvGrpSpPr/>
            <p:nvPr/>
          </p:nvGrpSpPr>
          <p:grpSpPr>
            <a:xfrm>
              <a:off x="5364473" y="2127277"/>
              <a:ext cx="1006078" cy="2670847"/>
              <a:chOff x="4234325" y="927782"/>
              <a:chExt cx="396937" cy="1053755"/>
            </a:xfrm>
          </p:grpSpPr>
          <p:sp>
            <p:nvSpPr>
              <p:cNvPr id="3233" name="Google Shape;3269;p28">
                <a:extLst>
                  <a:ext uri="{FF2B5EF4-FFF2-40B4-BE49-F238E27FC236}">
                    <a16:creationId xmlns:a16="http://schemas.microsoft.com/office/drawing/2014/main" id="{BEC12F10-56E8-3C9D-1F2B-24A9CBF9EB9D}"/>
                  </a:ext>
                </a:extLst>
              </p:cNvPr>
              <p:cNvSpPr/>
              <p:nvPr/>
            </p:nvSpPr>
            <p:spPr>
              <a:xfrm>
                <a:off x="4331661" y="1217789"/>
                <a:ext cx="15903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199" y="9557"/>
                    </a:lnTo>
                    <a:lnTo>
                      <a:pt x="199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70;p28">
                <a:extLst>
                  <a:ext uri="{FF2B5EF4-FFF2-40B4-BE49-F238E27FC236}">
                    <a16:creationId xmlns:a16="http://schemas.microsoft.com/office/drawing/2014/main" id="{8448991F-2C65-4035-D4B2-9F2B49E9CF93}"/>
                  </a:ext>
                </a:extLst>
              </p:cNvPr>
              <p:cNvSpPr/>
              <p:nvPr/>
            </p:nvSpPr>
            <p:spPr>
              <a:xfrm>
                <a:off x="4234325" y="982043"/>
                <a:ext cx="125067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65" h="3352" extrusionOk="0">
                    <a:moveTo>
                      <a:pt x="978" y="0"/>
                    </a:moveTo>
                    <a:lnTo>
                      <a:pt x="1" y="3351"/>
                    </a:lnTo>
                    <a:lnTo>
                      <a:pt x="978" y="3351"/>
                    </a:lnTo>
                    <a:lnTo>
                      <a:pt x="1564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71;p28">
                <a:extLst>
                  <a:ext uri="{FF2B5EF4-FFF2-40B4-BE49-F238E27FC236}">
                    <a16:creationId xmlns:a16="http://schemas.microsoft.com/office/drawing/2014/main" id="{562F5ACE-4F3D-89DF-958A-E4F67ECBD96E}"/>
                  </a:ext>
                </a:extLst>
              </p:cNvPr>
              <p:cNvSpPr/>
              <p:nvPr/>
            </p:nvSpPr>
            <p:spPr>
              <a:xfrm>
                <a:off x="4234325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522" y="0"/>
                    </a:moveTo>
                    <a:lnTo>
                      <a:pt x="1" y="5084"/>
                    </a:lnTo>
                    <a:lnTo>
                      <a:pt x="2833" y="5084"/>
                    </a:lnTo>
                    <a:lnTo>
                      <a:pt x="462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72;p28">
                <a:extLst>
                  <a:ext uri="{FF2B5EF4-FFF2-40B4-BE49-F238E27FC236}">
                    <a16:creationId xmlns:a16="http://schemas.microsoft.com/office/drawing/2014/main" id="{1E59F848-B73D-F1CC-AEE7-A90FCDCCB02C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73;p28">
                <a:extLst>
                  <a:ext uri="{FF2B5EF4-FFF2-40B4-BE49-F238E27FC236}">
                    <a16:creationId xmlns:a16="http://schemas.microsoft.com/office/drawing/2014/main" id="{DE6D91BA-2E64-B200-02C3-298C6960689E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14313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9" name="Google Shape;3274;p28">
              <a:extLst>
                <a:ext uri="{FF2B5EF4-FFF2-40B4-BE49-F238E27FC236}">
                  <a16:creationId xmlns:a16="http://schemas.microsoft.com/office/drawing/2014/main" id="{A4E98383-FE3F-C29B-AFD6-A23F3AC7A289}"/>
                </a:ext>
              </a:extLst>
            </p:cNvPr>
            <p:cNvGrpSpPr/>
            <p:nvPr/>
          </p:nvGrpSpPr>
          <p:grpSpPr>
            <a:xfrm>
              <a:off x="5790231" y="1918854"/>
              <a:ext cx="1987851" cy="2879270"/>
              <a:chOff x="4950115" y="845551"/>
              <a:chExt cx="784286" cy="1135986"/>
            </a:xfrm>
          </p:grpSpPr>
          <p:sp>
            <p:nvSpPr>
              <p:cNvPr id="3180" name="Google Shape;3275;p28">
                <a:extLst>
                  <a:ext uri="{FF2B5EF4-FFF2-40B4-BE49-F238E27FC236}">
                    <a16:creationId xmlns:a16="http://schemas.microsoft.com/office/drawing/2014/main" id="{AD8ECDBA-E569-05F1-31CB-3F39891863EF}"/>
                  </a:ext>
                </a:extLst>
              </p:cNvPr>
              <p:cNvSpPr/>
              <p:nvPr/>
            </p:nvSpPr>
            <p:spPr>
              <a:xfrm>
                <a:off x="4951153" y="1212435"/>
                <a:ext cx="783247" cy="769102"/>
              </a:xfrm>
              <a:custGeom>
                <a:avLst/>
                <a:gdLst/>
                <a:ahLst/>
                <a:cxnLst/>
                <a:rect l="l" t="t" r="r" b="b"/>
                <a:pathLst>
                  <a:path w="9801" h="9624" extrusionOk="0">
                    <a:moveTo>
                      <a:pt x="2804" y="1"/>
                    </a:moveTo>
                    <a:lnTo>
                      <a:pt x="1176" y="1135"/>
                    </a:lnTo>
                    <a:cubicBezTo>
                      <a:pt x="430" y="1657"/>
                      <a:pt x="1" y="2509"/>
                      <a:pt x="1" y="3406"/>
                    </a:cubicBezTo>
                    <a:lnTo>
                      <a:pt x="1" y="7048"/>
                    </a:lnTo>
                    <a:lnTo>
                      <a:pt x="1618" y="6555"/>
                    </a:lnTo>
                    <a:lnTo>
                      <a:pt x="1618" y="9624"/>
                    </a:lnTo>
                    <a:lnTo>
                      <a:pt x="8170" y="9624"/>
                    </a:lnTo>
                    <a:lnTo>
                      <a:pt x="8170" y="6555"/>
                    </a:lnTo>
                    <a:lnTo>
                      <a:pt x="9800" y="7048"/>
                    </a:lnTo>
                    <a:lnTo>
                      <a:pt x="9800" y="3406"/>
                    </a:lnTo>
                    <a:cubicBezTo>
                      <a:pt x="9800" y="2509"/>
                      <a:pt x="9358" y="1657"/>
                      <a:pt x="8612" y="1135"/>
                    </a:cubicBezTo>
                    <a:lnTo>
                      <a:pt x="6984" y="1"/>
                    </a:lnTo>
                    <a:lnTo>
                      <a:pt x="4902" y="1682"/>
                    </a:lnTo>
                    <a:lnTo>
                      <a:pt x="280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35000">
                    <a:schemeClr val="accent5"/>
                  </a:gs>
                  <a:gs pos="49000">
                    <a:schemeClr val="accent4"/>
                  </a:gs>
                  <a:gs pos="7300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276;p28">
                <a:extLst>
                  <a:ext uri="{FF2B5EF4-FFF2-40B4-BE49-F238E27FC236}">
                    <a16:creationId xmlns:a16="http://schemas.microsoft.com/office/drawing/2014/main" id="{EEDD724C-8FDC-4332-B46D-7406DEBF2CE5}"/>
                  </a:ext>
                </a:extLst>
              </p:cNvPr>
              <p:cNvSpPr/>
              <p:nvPr/>
            </p:nvSpPr>
            <p:spPr>
              <a:xfrm>
                <a:off x="4951153" y="1278523"/>
                <a:ext cx="129382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5796" extrusionOk="0">
                    <a:moveTo>
                      <a:pt x="1618" y="0"/>
                    </a:moveTo>
                    <a:lnTo>
                      <a:pt x="1176" y="308"/>
                    </a:lnTo>
                    <a:cubicBezTo>
                      <a:pt x="430" y="830"/>
                      <a:pt x="1" y="1682"/>
                      <a:pt x="1" y="2579"/>
                    </a:cubicBezTo>
                    <a:lnTo>
                      <a:pt x="1" y="5420"/>
                    </a:lnTo>
                    <a:lnTo>
                      <a:pt x="1417" y="5795"/>
                    </a:lnTo>
                    <a:lnTo>
                      <a:pt x="1618" y="5728"/>
                    </a:lnTo>
                    <a:lnTo>
                      <a:pt x="16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277;p28">
                <a:extLst>
                  <a:ext uri="{FF2B5EF4-FFF2-40B4-BE49-F238E27FC236}">
                    <a16:creationId xmlns:a16="http://schemas.microsoft.com/office/drawing/2014/main" id="{905F87BD-BBB5-5484-C919-1B134D76D6F9}"/>
                  </a:ext>
                </a:extLst>
              </p:cNvPr>
              <p:cNvSpPr/>
              <p:nvPr/>
            </p:nvSpPr>
            <p:spPr>
              <a:xfrm>
                <a:off x="5154934" y="1212435"/>
                <a:ext cx="374642" cy="200507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2509" extrusionOk="0">
                    <a:moveTo>
                      <a:pt x="254" y="1"/>
                    </a:moveTo>
                    <a:lnTo>
                      <a:pt x="1" y="174"/>
                    </a:lnTo>
                    <a:cubicBezTo>
                      <a:pt x="375" y="683"/>
                      <a:pt x="1189" y="1708"/>
                      <a:pt x="2352" y="2509"/>
                    </a:cubicBezTo>
                    <a:cubicBezTo>
                      <a:pt x="3499" y="1708"/>
                      <a:pt x="4313" y="683"/>
                      <a:pt x="4687" y="174"/>
                    </a:cubicBezTo>
                    <a:lnTo>
                      <a:pt x="4434" y="1"/>
                    </a:lnTo>
                    <a:lnTo>
                      <a:pt x="2352" y="1682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278;p28">
                <a:extLst>
                  <a:ext uri="{FF2B5EF4-FFF2-40B4-BE49-F238E27FC236}">
                    <a16:creationId xmlns:a16="http://schemas.microsoft.com/office/drawing/2014/main" id="{3B00A1AD-13FF-8574-758C-8B7A84D47BCA}"/>
                  </a:ext>
                </a:extLst>
              </p:cNvPr>
              <p:cNvSpPr/>
              <p:nvPr/>
            </p:nvSpPr>
            <p:spPr>
              <a:xfrm>
                <a:off x="5225338" y="1183746"/>
                <a:ext cx="240224" cy="152398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907" extrusionOk="0">
                    <a:moveTo>
                      <a:pt x="1" y="1"/>
                    </a:moveTo>
                    <a:lnTo>
                      <a:pt x="1631" y="1907"/>
                    </a:lnTo>
                    <a:lnTo>
                      <a:pt x="2631" y="895"/>
                    </a:lnTo>
                    <a:lnTo>
                      <a:pt x="3006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279;p28">
                <a:extLst>
                  <a:ext uri="{FF2B5EF4-FFF2-40B4-BE49-F238E27FC236}">
                    <a16:creationId xmlns:a16="http://schemas.microsoft.com/office/drawing/2014/main" id="{412B97D8-BD3F-2A5A-581B-1A7C186EA532}"/>
                  </a:ext>
                </a:extLst>
              </p:cNvPr>
              <p:cNvSpPr/>
              <p:nvPr/>
            </p:nvSpPr>
            <p:spPr>
              <a:xfrm>
                <a:off x="5263777" y="1132601"/>
                <a:ext cx="157992" cy="180288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2256" extrusionOk="0">
                    <a:moveTo>
                      <a:pt x="0" y="0"/>
                    </a:moveTo>
                    <a:lnTo>
                      <a:pt x="0" y="1173"/>
                    </a:lnTo>
                    <a:lnTo>
                      <a:pt x="990" y="2255"/>
                    </a:lnTo>
                    <a:lnTo>
                      <a:pt x="1977" y="1173"/>
                    </a:lnTo>
                    <a:lnTo>
                      <a:pt x="1977" y="0"/>
                    </a:lnTo>
                    <a:lnTo>
                      <a:pt x="990" y="9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280;p28">
                <a:extLst>
                  <a:ext uri="{FF2B5EF4-FFF2-40B4-BE49-F238E27FC236}">
                    <a16:creationId xmlns:a16="http://schemas.microsoft.com/office/drawing/2014/main" id="{02AB42D1-42FE-0D18-976E-0A4CA4D0198D}"/>
                  </a:ext>
                </a:extLst>
              </p:cNvPr>
              <p:cNvSpPr/>
              <p:nvPr/>
            </p:nvSpPr>
            <p:spPr>
              <a:xfrm>
                <a:off x="5263777" y="1111024"/>
                <a:ext cx="11963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843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362" y="1843"/>
                    </a:lnTo>
                    <a:cubicBezTo>
                      <a:pt x="1096" y="1712"/>
                      <a:pt x="1496" y="1257"/>
                      <a:pt x="1496" y="1257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281;p28">
                <a:extLst>
                  <a:ext uri="{FF2B5EF4-FFF2-40B4-BE49-F238E27FC236}">
                    <a16:creationId xmlns:a16="http://schemas.microsoft.com/office/drawing/2014/main" id="{254D5D23-FC8A-D98C-3628-34DBB18069FA}"/>
                  </a:ext>
                </a:extLst>
              </p:cNvPr>
              <p:cNvSpPr/>
              <p:nvPr/>
            </p:nvSpPr>
            <p:spPr>
              <a:xfrm>
                <a:off x="5445261" y="976689"/>
                <a:ext cx="43634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08" extrusionOk="0">
                    <a:moveTo>
                      <a:pt x="106" y="0"/>
                    </a:moveTo>
                    <a:lnTo>
                      <a:pt x="1" y="1403"/>
                    </a:lnTo>
                    <a:cubicBezTo>
                      <a:pt x="1" y="1403"/>
                      <a:pt x="48" y="1408"/>
                      <a:pt x="110" y="1408"/>
                    </a:cubicBezTo>
                    <a:cubicBezTo>
                      <a:pt x="231" y="1408"/>
                      <a:pt x="410" y="1391"/>
                      <a:pt x="427" y="1294"/>
                    </a:cubicBezTo>
                    <a:cubicBezTo>
                      <a:pt x="452" y="1150"/>
                      <a:pt x="545" y="493"/>
                      <a:pt x="507" y="333"/>
                    </a:cubicBezTo>
                    <a:cubicBezTo>
                      <a:pt x="452" y="173"/>
                      <a:pt x="106" y="0"/>
                      <a:pt x="106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282;p28">
                <a:extLst>
                  <a:ext uri="{FF2B5EF4-FFF2-40B4-BE49-F238E27FC236}">
                    <a16:creationId xmlns:a16="http://schemas.microsoft.com/office/drawing/2014/main" id="{A16575BF-1372-67A2-3792-D6FD6479FB34}"/>
                  </a:ext>
                </a:extLst>
              </p:cNvPr>
              <p:cNvSpPr/>
              <p:nvPr/>
            </p:nvSpPr>
            <p:spPr>
              <a:xfrm>
                <a:off x="5469555" y="990514"/>
                <a:ext cx="19339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218" extrusionOk="0">
                    <a:moveTo>
                      <a:pt x="68" y="0"/>
                    </a:moveTo>
                    <a:cubicBezTo>
                      <a:pt x="81" y="215"/>
                      <a:pt x="97" y="657"/>
                      <a:pt x="1" y="1217"/>
                    </a:cubicBezTo>
                    <a:cubicBezTo>
                      <a:pt x="55" y="1201"/>
                      <a:pt x="110" y="1176"/>
                      <a:pt x="123" y="1121"/>
                    </a:cubicBezTo>
                    <a:cubicBezTo>
                      <a:pt x="148" y="977"/>
                      <a:pt x="241" y="320"/>
                      <a:pt x="203" y="160"/>
                    </a:cubicBezTo>
                    <a:cubicBezTo>
                      <a:pt x="177" y="109"/>
                      <a:pt x="135" y="55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283;p28">
                <a:extLst>
                  <a:ext uri="{FF2B5EF4-FFF2-40B4-BE49-F238E27FC236}">
                    <a16:creationId xmlns:a16="http://schemas.microsoft.com/office/drawing/2014/main" id="{40221072-313F-FF30-7DF4-F2629E8D50B2}"/>
                  </a:ext>
                </a:extLst>
              </p:cNvPr>
              <p:cNvSpPr/>
              <p:nvPr/>
            </p:nvSpPr>
            <p:spPr>
              <a:xfrm>
                <a:off x="5420648" y="958469"/>
                <a:ext cx="4387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843" extrusionOk="0">
                    <a:moveTo>
                      <a:pt x="132" y="1"/>
                    </a:moveTo>
                    <a:lnTo>
                      <a:pt x="1" y="1843"/>
                    </a:lnTo>
                    <a:cubicBezTo>
                      <a:pt x="1" y="1843"/>
                      <a:pt x="321" y="1830"/>
                      <a:pt x="414" y="1670"/>
                    </a:cubicBezTo>
                    <a:cubicBezTo>
                      <a:pt x="507" y="1497"/>
                      <a:pt x="549" y="641"/>
                      <a:pt x="507" y="350"/>
                    </a:cubicBezTo>
                    <a:cubicBezTo>
                      <a:pt x="469" y="55"/>
                      <a:pt x="132" y="1"/>
                      <a:pt x="132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284;p28">
                <a:extLst>
                  <a:ext uri="{FF2B5EF4-FFF2-40B4-BE49-F238E27FC236}">
                    <a16:creationId xmlns:a16="http://schemas.microsoft.com/office/drawing/2014/main" id="{34A871CA-6E4E-5D62-C6BB-C2353F03A293}"/>
                  </a:ext>
                </a:extLst>
              </p:cNvPr>
              <p:cNvSpPr/>
              <p:nvPr/>
            </p:nvSpPr>
            <p:spPr>
              <a:xfrm>
                <a:off x="5216867" y="845551"/>
                <a:ext cx="251812" cy="164225"/>
              </a:xfrm>
              <a:custGeom>
                <a:avLst/>
                <a:gdLst/>
                <a:ahLst/>
                <a:cxnLst/>
                <a:rect l="l" t="t" r="r" b="b"/>
                <a:pathLst>
                  <a:path w="3151" h="2055" extrusionOk="0">
                    <a:moveTo>
                      <a:pt x="1577" y="1"/>
                    </a:moveTo>
                    <a:cubicBezTo>
                      <a:pt x="1535" y="1"/>
                      <a:pt x="440" y="14"/>
                      <a:pt x="216" y="600"/>
                    </a:cubicBezTo>
                    <a:cubicBezTo>
                      <a:pt x="1" y="1202"/>
                      <a:pt x="27" y="2054"/>
                      <a:pt x="27" y="2054"/>
                    </a:cubicBezTo>
                    <a:lnTo>
                      <a:pt x="267" y="2054"/>
                    </a:lnTo>
                    <a:cubicBezTo>
                      <a:pt x="267" y="2054"/>
                      <a:pt x="55" y="372"/>
                      <a:pt x="1068" y="321"/>
                    </a:cubicBezTo>
                    <a:lnTo>
                      <a:pt x="1577" y="267"/>
                    </a:lnTo>
                    <a:lnTo>
                      <a:pt x="2083" y="321"/>
                    </a:lnTo>
                    <a:cubicBezTo>
                      <a:pt x="3099" y="372"/>
                      <a:pt x="2884" y="2054"/>
                      <a:pt x="2884" y="2054"/>
                    </a:cubicBezTo>
                    <a:lnTo>
                      <a:pt x="3112" y="2054"/>
                    </a:lnTo>
                    <a:cubicBezTo>
                      <a:pt x="3112" y="2054"/>
                      <a:pt x="3150" y="1202"/>
                      <a:pt x="2923" y="600"/>
                    </a:cubicBezTo>
                    <a:cubicBezTo>
                      <a:pt x="2698" y="14"/>
                      <a:pt x="1616" y="1"/>
                      <a:pt x="1577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285;p28">
                <a:extLst>
                  <a:ext uri="{FF2B5EF4-FFF2-40B4-BE49-F238E27FC236}">
                    <a16:creationId xmlns:a16="http://schemas.microsoft.com/office/drawing/2014/main" id="{9D794FE1-877B-867C-7C77-CC455C022815}"/>
                  </a:ext>
                </a:extLst>
              </p:cNvPr>
              <p:cNvSpPr/>
              <p:nvPr/>
            </p:nvSpPr>
            <p:spPr>
              <a:xfrm>
                <a:off x="5195690" y="976689"/>
                <a:ext cx="44832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408" extrusionOk="0">
                    <a:moveTo>
                      <a:pt x="439" y="0"/>
                    </a:moveTo>
                    <a:cubicBezTo>
                      <a:pt x="439" y="0"/>
                      <a:pt x="93" y="173"/>
                      <a:pt x="51" y="333"/>
                    </a:cubicBezTo>
                    <a:cubicBezTo>
                      <a:pt x="0" y="493"/>
                      <a:pt x="106" y="1150"/>
                      <a:pt x="131" y="1294"/>
                    </a:cubicBezTo>
                    <a:cubicBezTo>
                      <a:pt x="140" y="1391"/>
                      <a:pt x="323" y="1408"/>
                      <a:pt x="447" y="1408"/>
                    </a:cubicBezTo>
                    <a:cubicBezTo>
                      <a:pt x="512" y="1408"/>
                      <a:pt x="561" y="1403"/>
                      <a:pt x="561" y="1403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286;p28">
                <a:extLst>
                  <a:ext uri="{FF2B5EF4-FFF2-40B4-BE49-F238E27FC236}">
                    <a16:creationId xmlns:a16="http://schemas.microsoft.com/office/drawing/2014/main" id="{3212A033-5070-1D57-8124-B53D5CB3906A}"/>
                  </a:ext>
                </a:extLst>
              </p:cNvPr>
              <p:cNvSpPr/>
              <p:nvPr/>
            </p:nvSpPr>
            <p:spPr>
              <a:xfrm>
                <a:off x="5195690" y="990514"/>
                <a:ext cx="20298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218" extrusionOk="0">
                    <a:moveTo>
                      <a:pt x="173" y="0"/>
                    </a:moveTo>
                    <a:cubicBezTo>
                      <a:pt x="119" y="55"/>
                      <a:pt x="64" y="109"/>
                      <a:pt x="51" y="160"/>
                    </a:cubicBezTo>
                    <a:cubicBezTo>
                      <a:pt x="0" y="320"/>
                      <a:pt x="106" y="977"/>
                      <a:pt x="131" y="1121"/>
                    </a:cubicBezTo>
                    <a:cubicBezTo>
                      <a:pt x="131" y="1176"/>
                      <a:pt x="186" y="1201"/>
                      <a:pt x="253" y="1217"/>
                    </a:cubicBezTo>
                    <a:cubicBezTo>
                      <a:pt x="160" y="657"/>
                      <a:pt x="160" y="215"/>
                      <a:pt x="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287;p28">
                <a:extLst>
                  <a:ext uri="{FF2B5EF4-FFF2-40B4-BE49-F238E27FC236}">
                    <a16:creationId xmlns:a16="http://schemas.microsoft.com/office/drawing/2014/main" id="{A1E6A4C4-9551-F0FE-981F-B717ABCC15D0}"/>
                  </a:ext>
                </a:extLst>
              </p:cNvPr>
              <p:cNvSpPr/>
              <p:nvPr/>
            </p:nvSpPr>
            <p:spPr>
              <a:xfrm>
                <a:off x="5221263" y="958469"/>
                <a:ext cx="42595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843" extrusionOk="0">
                    <a:moveTo>
                      <a:pt x="401" y="1"/>
                    </a:moveTo>
                    <a:cubicBezTo>
                      <a:pt x="401" y="1"/>
                      <a:pt x="64" y="55"/>
                      <a:pt x="39" y="350"/>
                    </a:cubicBezTo>
                    <a:cubicBezTo>
                      <a:pt x="0" y="641"/>
                      <a:pt x="39" y="1497"/>
                      <a:pt x="132" y="1670"/>
                    </a:cubicBezTo>
                    <a:cubicBezTo>
                      <a:pt x="225" y="1830"/>
                      <a:pt x="532" y="1843"/>
                      <a:pt x="532" y="1843"/>
                    </a:cubicBez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288;p28">
                <a:extLst>
                  <a:ext uri="{FF2B5EF4-FFF2-40B4-BE49-F238E27FC236}">
                    <a16:creationId xmlns:a16="http://schemas.microsoft.com/office/drawing/2014/main" id="{6D718EE5-C084-CEC7-0DF4-2C9A8BA606D1}"/>
                  </a:ext>
                </a:extLst>
              </p:cNvPr>
              <p:cNvSpPr/>
              <p:nvPr/>
            </p:nvSpPr>
            <p:spPr>
              <a:xfrm>
                <a:off x="5239163" y="858417"/>
                <a:ext cx="207220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1298" y="1201"/>
                    </a:lnTo>
                    <a:lnTo>
                      <a:pt x="2403" y="1253"/>
                    </a:lnTo>
                    <a:cubicBezTo>
                      <a:pt x="2403" y="1253"/>
                      <a:pt x="2592" y="0"/>
                      <a:pt x="1298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289;p28">
                <a:extLst>
                  <a:ext uri="{FF2B5EF4-FFF2-40B4-BE49-F238E27FC236}">
                    <a16:creationId xmlns:a16="http://schemas.microsoft.com/office/drawing/2014/main" id="{0A530963-6D44-A466-91BC-4CE75079DB8F}"/>
                  </a:ext>
                </a:extLst>
              </p:cNvPr>
              <p:cNvSpPr/>
              <p:nvPr/>
            </p:nvSpPr>
            <p:spPr>
              <a:xfrm>
                <a:off x="5298060" y="885987"/>
                <a:ext cx="89665" cy="3748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469" extrusionOk="0">
                    <a:moveTo>
                      <a:pt x="534" y="0"/>
                    </a:moveTo>
                    <a:cubicBezTo>
                      <a:pt x="423" y="0"/>
                      <a:pt x="0" y="29"/>
                      <a:pt x="0" y="469"/>
                    </a:cubicBezTo>
                    <a:lnTo>
                      <a:pt x="1122" y="469"/>
                    </a:lnTo>
                    <a:cubicBezTo>
                      <a:pt x="1122" y="29"/>
                      <a:pt x="699" y="0"/>
                      <a:pt x="588" y="0"/>
                    </a:cubicBezTo>
                    <a:cubicBezTo>
                      <a:pt x="571" y="0"/>
                      <a:pt x="561" y="1"/>
                      <a:pt x="561" y="1"/>
                    </a:cubicBezTo>
                    <a:cubicBezTo>
                      <a:pt x="561" y="1"/>
                      <a:pt x="551" y="0"/>
                      <a:pt x="534" y="0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290;p28">
                <a:extLst>
                  <a:ext uri="{FF2B5EF4-FFF2-40B4-BE49-F238E27FC236}">
                    <a16:creationId xmlns:a16="http://schemas.microsoft.com/office/drawing/2014/main" id="{F7E4C7DB-A3F5-A21C-5D75-0E0E6D25B826}"/>
                  </a:ext>
                </a:extLst>
              </p:cNvPr>
              <p:cNvSpPr/>
              <p:nvPr/>
            </p:nvSpPr>
            <p:spPr>
              <a:xfrm>
                <a:off x="5367185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6" y="0"/>
                      <a:pt x="0" y="29"/>
                      <a:pt x="0" y="55"/>
                    </a:cubicBezTo>
                    <a:cubicBezTo>
                      <a:pt x="0" y="80"/>
                      <a:pt x="16" y="109"/>
                      <a:pt x="42" y="109"/>
                    </a:cubicBezTo>
                    <a:cubicBezTo>
                      <a:pt x="81" y="109"/>
                      <a:pt x="97" y="80"/>
                      <a:pt x="97" y="55"/>
                    </a:cubicBezTo>
                    <a:cubicBezTo>
                      <a:pt x="97" y="29"/>
                      <a:pt x="81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291;p28">
                <a:extLst>
                  <a:ext uri="{FF2B5EF4-FFF2-40B4-BE49-F238E27FC236}">
                    <a16:creationId xmlns:a16="http://schemas.microsoft.com/office/drawing/2014/main" id="{3FFEC53C-5210-77BA-38BE-9C41DE4E5B87}"/>
                  </a:ext>
                </a:extLst>
              </p:cNvPr>
              <p:cNvSpPr/>
              <p:nvPr/>
            </p:nvSpPr>
            <p:spPr>
              <a:xfrm>
                <a:off x="5338496" y="932896"/>
                <a:ext cx="8551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10" extrusionOk="0">
                    <a:moveTo>
                      <a:pt x="55" y="0"/>
                    </a:moveTo>
                    <a:cubicBezTo>
                      <a:pt x="26" y="0"/>
                      <a:pt x="1" y="29"/>
                      <a:pt x="1" y="55"/>
                    </a:cubicBezTo>
                    <a:cubicBezTo>
                      <a:pt x="1" y="80"/>
                      <a:pt x="26" y="109"/>
                      <a:pt x="55" y="109"/>
                    </a:cubicBezTo>
                    <a:cubicBezTo>
                      <a:pt x="81" y="109"/>
                      <a:pt x="106" y="80"/>
                      <a:pt x="106" y="55"/>
                    </a:cubicBezTo>
                    <a:cubicBezTo>
                      <a:pt x="106" y="29"/>
                      <a:pt x="81" y="0"/>
                      <a:pt x="55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292;p28">
                <a:extLst>
                  <a:ext uri="{FF2B5EF4-FFF2-40B4-BE49-F238E27FC236}">
                    <a16:creationId xmlns:a16="http://schemas.microsoft.com/office/drawing/2014/main" id="{8E71CB34-AED6-4615-520A-1D1E088DF894}"/>
                  </a:ext>
                </a:extLst>
              </p:cNvPr>
              <p:cNvSpPr/>
              <p:nvPr/>
            </p:nvSpPr>
            <p:spPr>
              <a:xfrm>
                <a:off x="5309568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7" y="0"/>
                      <a:pt x="1" y="29"/>
                      <a:pt x="1" y="55"/>
                    </a:cubicBezTo>
                    <a:cubicBezTo>
                      <a:pt x="1" y="80"/>
                      <a:pt x="17" y="109"/>
                      <a:pt x="42" y="109"/>
                    </a:cubicBezTo>
                    <a:cubicBezTo>
                      <a:pt x="68" y="109"/>
                      <a:pt x="97" y="80"/>
                      <a:pt x="97" y="55"/>
                    </a:cubicBezTo>
                    <a:cubicBezTo>
                      <a:pt x="97" y="29"/>
                      <a:pt x="68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293;p28">
                <a:extLst>
                  <a:ext uri="{FF2B5EF4-FFF2-40B4-BE49-F238E27FC236}">
                    <a16:creationId xmlns:a16="http://schemas.microsoft.com/office/drawing/2014/main" id="{DD9A4DDF-77CC-4288-B294-84B42906B478}"/>
                  </a:ext>
                </a:extLst>
              </p:cNvPr>
              <p:cNvSpPr/>
              <p:nvPr/>
            </p:nvSpPr>
            <p:spPr>
              <a:xfrm>
                <a:off x="5228695" y="949039"/>
                <a:ext cx="228157" cy="284737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3563" extrusionOk="0">
                    <a:moveTo>
                      <a:pt x="1429" y="0"/>
                    </a:moveTo>
                    <a:cubicBezTo>
                      <a:pt x="1429" y="0"/>
                      <a:pt x="852" y="0"/>
                      <a:pt x="308" y="119"/>
                    </a:cubicBezTo>
                    <a:cubicBezTo>
                      <a:pt x="308" y="119"/>
                      <a:pt x="0" y="3258"/>
                      <a:pt x="1429" y="3562"/>
                    </a:cubicBezTo>
                    <a:cubicBezTo>
                      <a:pt x="2855" y="3258"/>
                      <a:pt x="2534" y="119"/>
                      <a:pt x="2534" y="119"/>
                    </a:cubicBezTo>
                    <a:cubicBezTo>
                      <a:pt x="1990" y="0"/>
                      <a:pt x="1429" y="0"/>
                      <a:pt x="142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294;p28">
                <a:extLst>
                  <a:ext uri="{FF2B5EF4-FFF2-40B4-BE49-F238E27FC236}">
                    <a16:creationId xmlns:a16="http://schemas.microsoft.com/office/drawing/2014/main" id="{1B566990-B3FB-E826-1DFB-9F65F64C4F6C}"/>
                  </a:ext>
                </a:extLst>
              </p:cNvPr>
              <p:cNvSpPr/>
              <p:nvPr/>
            </p:nvSpPr>
            <p:spPr>
              <a:xfrm>
                <a:off x="5358715" y="1022959"/>
                <a:ext cx="64092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47" extrusionOk="0">
                    <a:moveTo>
                      <a:pt x="556" y="1"/>
                    </a:moveTo>
                    <a:cubicBezTo>
                      <a:pt x="127" y="1"/>
                      <a:pt x="1" y="235"/>
                      <a:pt x="1" y="235"/>
                    </a:cubicBezTo>
                    <a:cubicBezTo>
                      <a:pt x="97" y="240"/>
                      <a:pt x="194" y="246"/>
                      <a:pt x="288" y="246"/>
                    </a:cubicBezTo>
                    <a:cubicBezTo>
                      <a:pt x="504" y="246"/>
                      <a:pt x="698" y="209"/>
                      <a:pt x="802" y="23"/>
                    </a:cubicBezTo>
                    <a:cubicBezTo>
                      <a:pt x="710" y="8"/>
                      <a:pt x="629" y="1"/>
                      <a:pt x="5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295;p28">
                <a:extLst>
                  <a:ext uri="{FF2B5EF4-FFF2-40B4-BE49-F238E27FC236}">
                    <a16:creationId xmlns:a16="http://schemas.microsoft.com/office/drawing/2014/main" id="{3A64F53B-14CE-B261-003C-ABD51E60FF92}"/>
                  </a:ext>
                </a:extLst>
              </p:cNvPr>
              <p:cNvSpPr/>
              <p:nvPr/>
            </p:nvSpPr>
            <p:spPr>
              <a:xfrm>
                <a:off x="5405544" y="954393"/>
                <a:ext cx="35482" cy="17829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223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3" y="321"/>
                      <a:pt x="110" y="1080"/>
                      <a:pt x="30" y="1733"/>
                    </a:cubicBezTo>
                    <a:cubicBezTo>
                      <a:pt x="1" y="1974"/>
                      <a:pt x="68" y="2134"/>
                      <a:pt x="203" y="2230"/>
                    </a:cubicBezTo>
                    <a:cubicBezTo>
                      <a:pt x="443" y="1240"/>
                      <a:pt x="321" y="52"/>
                      <a:pt x="321" y="52"/>
                    </a:cubicBezTo>
                    <a:cubicBezTo>
                      <a:pt x="216" y="26"/>
                      <a:pt x="110" y="13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296;p28">
                <a:extLst>
                  <a:ext uri="{FF2B5EF4-FFF2-40B4-BE49-F238E27FC236}">
                    <a16:creationId xmlns:a16="http://schemas.microsoft.com/office/drawing/2014/main" id="{C0D3D4D2-1CF2-8C58-0822-F48EA7394664}"/>
                  </a:ext>
                </a:extLst>
              </p:cNvPr>
              <p:cNvSpPr/>
              <p:nvPr/>
            </p:nvSpPr>
            <p:spPr>
              <a:xfrm>
                <a:off x="5373579" y="1023439"/>
                <a:ext cx="36441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45" extrusionOk="0">
                    <a:moveTo>
                      <a:pt x="336" y="1"/>
                    </a:moveTo>
                    <a:cubicBezTo>
                      <a:pt x="193" y="1"/>
                      <a:pt x="95" y="36"/>
                      <a:pt x="17" y="69"/>
                    </a:cubicBezTo>
                    <a:cubicBezTo>
                      <a:pt x="1" y="85"/>
                      <a:pt x="1" y="97"/>
                      <a:pt x="1" y="123"/>
                    </a:cubicBezTo>
                    <a:cubicBezTo>
                      <a:pt x="1" y="165"/>
                      <a:pt x="17" y="203"/>
                      <a:pt x="42" y="245"/>
                    </a:cubicBezTo>
                    <a:cubicBezTo>
                      <a:pt x="190" y="245"/>
                      <a:pt x="337" y="245"/>
                      <a:pt x="443" y="178"/>
                    </a:cubicBezTo>
                    <a:cubicBezTo>
                      <a:pt x="455" y="165"/>
                      <a:pt x="455" y="136"/>
                      <a:pt x="455" y="123"/>
                    </a:cubicBezTo>
                    <a:cubicBezTo>
                      <a:pt x="455" y="69"/>
                      <a:pt x="443" y="30"/>
                      <a:pt x="417" y="5"/>
                    </a:cubicBezTo>
                    <a:cubicBezTo>
                      <a:pt x="388" y="2"/>
                      <a:pt x="362" y="1"/>
                      <a:pt x="336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297;p28">
                <a:extLst>
                  <a:ext uri="{FF2B5EF4-FFF2-40B4-BE49-F238E27FC236}">
                    <a16:creationId xmlns:a16="http://schemas.microsoft.com/office/drawing/2014/main" id="{A9F8921F-D391-2425-CBF1-FE362F130B66}"/>
                  </a:ext>
                </a:extLst>
              </p:cNvPr>
              <p:cNvSpPr/>
              <p:nvPr/>
            </p:nvSpPr>
            <p:spPr>
              <a:xfrm>
                <a:off x="5359833" y="988596"/>
                <a:ext cx="62973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88" h="226" extrusionOk="0">
                    <a:moveTo>
                      <a:pt x="268" y="1"/>
                    </a:moveTo>
                    <a:cubicBezTo>
                      <a:pt x="214" y="1"/>
                      <a:pt x="155" y="4"/>
                      <a:pt x="92" y="11"/>
                    </a:cubicBezTo>
                    <a:cubicBezTo>
                      <a:pt x="54" y="11"/>
                      <a:pt x="28" y="53"/>
                      <a:pt x="12" y="91"/>
                    </a:cubicBezTo>
                    <a:cubicBezTo>
                      <a:pt x="1" y="152"/>
                      <a:pt x="54" y="202"/>
                      <a:pt x="105" y="202"/>
                    </a:cubicBezTo>
                    <a:cubicBezTo>
                      <a:pt x="110" y="202"/>
                      <a:pt x="116" y="202"/>
                      <a:pt x="121" y="200"/>
                    </a:cubicBezTo>
                    <a:cubicBezTo>
                      <a:pt x="187" y="186"/>
                      <a:pt x="280" y="172"/>
                      <a:pt x="393" y="172"/>
                    </a:cubicBezTo>
                    <a:cubicBezTo>
                      <a:pt x="506" y="172"/>
                      <a:pt x="640" y="186"/>
                      <a:pt x="788" y="226"/>
                    </a:cubicBezTo>
                    <a:cubicBezTo>
                      <a:pt x="766" y="121"/>
                      <a:pt x="595" y="1"/>
                      <a:pt x="26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298;p28">
                <a:extLst>
                  <a:ext uri="{FF2B5EF4-FFF2-40B4-BE49-F238E27FC236}">
                    <a16:creationId xmlns:a16="http://schemas.microsoft.com/office/drawing/2014/main" id="{E656D512-B8CB-FF15-D9D3-24FDDA410AF7}"/>
                  </a:ext>
                </a:extLst>
              </p:cNvPr>
              <p:cNvSpPr/>
              <p:nvPr/>
            </p:nvSpPr>
            <p:spPr>
              <a:xfrm>
                <a:off x="5262738" y="1022959"/>
                <a:ext cx="63053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789" h="247" extrusionOk="0">
                    <a:moveTo>
                      <a:pt x="241" y="1"/>
                    </a:moveTo>
                    <a:cubicBezTo>
                      <a:pt x="170" y="1"/>
                      <a:pt x="90" y="8"/>
                      <a:pt x="0" y="23"/>
                    </a:cubicBezTo>
                    <a:cubicBezTo>
                      <a:pt x="94" y="209"/>
                      <a:pt x="286" y="246"/>
                      <a:pt x="502" y="246"/>
                    </a:cubicBezTo>
                    <a:cubicBezTo>
                      <a:pt x="595" y="246"/>
                      <a:pt x="692" y="240"/>
                      <a:pt x="788" y="235"/>
                    </a:cubicBezTo>
                    <a:cubicBezTo>
                      <a:pt x="788" y="235"/>
                      <a:pt x="662" y="1"/>
                      <a:pt x="2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299;p28">
                <a:extLst>
                  <a:ext uri="{FF2B5EF4-FFF2-40B4-BE49-F238E27FC236}">
                    <a16:creationId xmlns:a16="http://schemas.microsoft.com/office/drawing/2014/main" id="{F401F9E8-7942-E120-795C-35055CC7F445}"/>
                  </a:ext>
                </a:extLst>
              </p:cNvPr>
              <p:cNvSpPr/>
              <p:nvPr/>
            </p:nvSpPr>
            <p:spPr>
              <a:xfrm>
                <a:off x="5275524" y="1023439"/>
                <a:ext cx="35402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43" h="245" extrusionOk="0">
                    <a:moveTo>
                      <a:pt x="108" y="1"/>
                    </a:moveTo>
                    <a:cubicBezTo>
                      <a:pt x="82" y="1"/>
                      <a:pt x="55" y="2"/>
                      <a:pt x="26" y="5"/>
                    </a:cubicBezTo>
                    <a:cubicBezTo>
                      <a:pt x="13" y="30"/>
                      <a:pt x="1" y="69"/>
                      <a:pt x="1" y="123"/>
                    </a:cubicBezTo>
                    <a:lnTo>
                      <a:pt x="1" y="178"/>
                    </a:lnTo>
                    <a:cubicBezTo>
                      <a:pt x="122" y="245"/>
                      <a:pt x="254" y="245"/>
                      <a:pt x="414" y="245"/>
                    </a:cubicBezTo>
                    <a:cubicBezTo>
                      <a:pt x="427" y="203"/>
                      <a:pt x="443" y="165"/>
                      <a:pt x="443" y="123"/>
                    </a:cubicBezTo>
                    <a:lnTo>
                      <a:pt x="443" y="69"/>
                    </a:lnTo>
                    <a:cubicBezTo>
                      <a:pt x="361" y="36"/>
                      <a:pt x="254" y="1"/>
                      <a:pt x="10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300;p28">
                <a:extLst>
                  <a:ext uri="{FF2B5EF4-FFF2-40B4-BE49-F238E27FC236}">
                    <a16:creationId xmlns:a16="http://schemas.microsoft.com/office/drawing/2014/main" id="{FCA1CE52-0B4E-5C01-63C2-B9A0F351E37A}"/>
                  </a:ext>
                </a:extLst>
              </p:cNvPr>
              <p:cNvSpPr/>
              <p:nvPr/>
            </p:nvSpPr>
            <p:spPr>
              <a:xfrm>
                <a:off x="5262738" y="988596"/>
                <a:ext cx="61934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75" h="226" extrusionOk="0">
                    <a:moveTo>
                      <a:pt x="507" y="1"/>
                    </a:moveTo>
                    <a:cubicBezTo>
                      <a:pt x="180" y="1"/>
                      <a:pt x="11" y="121"/>
                      <a:pt x="0" y="226"/>
                    </a:cubicBezTo>
                    <a:cubicBezTo>
                      <a:pt x="141" y="186"/>
                      <a:pt x="275" y="172"/>
                      <a:pt x="388" y="172"/>
                    </a:cubicBezTo>
                    <a:cubicBezTo>
                      <a:pt x="502" y="172"/>
                      <a:pt x="595" y="186"/>
                      <a:pt x="654" y="200"/>
                    </a:cubicBezTo>
                    <a:cubicBezTo>
                      <a:pt x="661" y="202"/>
                      <a:pt x="667" y="202"/>
                      <a:pt x="673" y="202"/>
                    </a:cubicBezTo>
                    <a:cubicBezTo>
                      <a:pt x="731" y="202"/>
                      <a:pt x="774" y="152"/>
                      <a:pt x="763" y="91"/>
                    </a:cubicBezTo>
                    <a:cubicBezTo>
                      <a:pt x="763" y="53"/>
                      <a:pt x="721" y="11"/>
                      <a:pt x="683" y="11"/>
                    </a:cubicBezTo>
                    <a:cubicBezTo>
                      <a:pt x="620" y="4"/>
                      <a:pt x="561" y="1"/>
                      <a:pt x="507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301;p28">
                <a:extLst>
                  <a:ext uri="{FF2B5EF4-FFF2-40B4-BE49-F238E27FC236}">
                    <a16:creationId xmlns:a16="http://schemas.microsoft.com/office/drawing/2014/main" id="{A0C0A0C5-7BE2-2DBF-0617-48B161816A18}"/>
                  </a:ext>
                </a:extLst>
              </p:cNvPr>
              <p:cNvSpPr/>
              <p:nvPr/>
            </p:nvSpPr>
            <p:spPr>
              <a:xfrm>
                <a:off x="5603970" y="1278523"/>
                <a:ext cx="130421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5796" extrusionOk="0">
                    <a:moveTo>
                      <a:pt x="1" y="0"/>
                    </a:moveTo>
                    <a:lnTo>
                      <a:pt x="1" y="5728"/>
                    </a:lnTo>
                    <a:lnTo>
                      <a:pt x="203" y="5795"/>
                    </a:lnTo>
                    <a:lnTo>
                      <a:pt x="1631" y="5420"/>
                    </a:lnTo>
                    <a:lnTo>
                      <a:pt x="1631" y="2579"/>
                    </a:lnTo>
                    <a:cubicBezTo>
                      <a:pt x="1631" y="1682"/>
                      <a:pt x="1189" y="830"/>
                      <a:pt x="443" y="30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302;p28">
                <a:extLst>
                  <a:ext uri="{FF2B5EF4-FFF2-40B4-BE49-F238E27FC236}">
                    <a16:creationId xmlns:a16="http://schemas.microsoft.com/office/drawing/2014/main" id="{66413B3B-3A27-73FB-D9BF-288E0E1ED0F8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181647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388" extrusionOk="0">
                    <a:moveTo>
                      <a:pt x="2272" y="1"/>
                    </a:moveTo>
                    <a:cubicBezTo>
                      <a:pt x="2230" y="174"/>
                      <a:pt x="2045" y="773"/>
                      <a:pt x="1138" y="786"/>
                    </a:cubicBezTo>
                    <a:cubicBezTo>
                      <a:pt x="215" y="773"/>
                      <a:pt x="30" y="174"/>
                      <a:pt x="1" y="1"/>
                    </a:cubicBez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2003" y="2202"/>
                      <a:pt x="2230" y="946"/>
                      <a:pt x="2272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303;p28">
                <a:extLst>
                  <a:ext uri="{FF2B5EF4-FFF2-40B4-BE49-F238E27FC236}">
                    <a16:creationId xmlns:a16="http://schemas.microsoft.com/office/drawing/2014/main" id="{A7893DDF-B2FA-3AFF-B1A4-BCFCF18778B6}"/>
                  </a:ext>
                </a:extLst>
              </p:cNvPr>
              <p:cNvSpPr/>
              <p:nvPr/>
            </p:nvSpPr>
            <p:spPr>
              <a:xfrm>
                <a:off x="5342892" y="1042938"/>
                <a:ext cx="90704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388" extrusionOk="0">
                    <a:moveTo>
                      <a:pt x="1134" y="1"/>
                    </a:moveTo>
                    <a:cubicBezTo>
                      <a:pt x="1134" y="1"/>
                      <a:pt x="1041" y="747"/>
                      <a:pt x="561" y="1253"/>
                    </a:cubicBezTo>
                    <a:cubicBezTo>
                      <a:pt x="64" y="1763"/>
                      <a:pt x="0" y="2189"/>
                      <a:pt x="0" y="2387"/>
                    </a:cubicBezTo>
                    <a:cubicBezTo>
                      <a:pt x="865" y="2202"/>
                      <a:pt x="1092" y="946"/>
                      <a:pt x="11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304;p28">
                <a:extLst>
                  <a:ext uri="{FF2B5EF4-FFF2-40B4-BE49-F238E27FC236}">
                    <a16:creationId xmlns:a16="http://schemas.microsoft.com/office/drawing/2014/main" id="{DEDE37C9-2470-F7D6-507A-7248EB1F9229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91023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238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1138" y="2189"/>
                      <a:pt x="1058" y="1763"/>
                      <a:pt x="577" y="1253"/>
                    </a:cubicBezTo>
                    <a:cubicBezTo>
                      <a:pt x="81" y="74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522C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305;p28">
                <a:extLst>
                  <a:ext uri="{FF2B5EF4-FFF2-40B4-BE49-F238E27FC236}">
                    <a16:creationId xmlns:a16="http://schemas.microsoft.com/office/drawing/2014/main" id="{723FA7E3-4403-BC75-B9EB-09A8AA36D572}"/>
                  </a:ext>
                </a:extLst>
              </p:cNvPr>
              <p:cNvSpPr/>
              <p:nvPr/>
            </p:nvSpPr>
            <p:spPr>
              <a:xfrm>
                <a:off x="5176431" y="1164486"/>
                <a:ext cx="332926" cy="221844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2776" extrusionOk="0">
                    <a:moveTo>
                      <a:pt x="1039" y="0"/>
                    </a:moveTo>
                    <a:cubicBezTo>
                      <a:pt x="832" y="0"/>
                      <a:pt x="102" y="40"/>
                      <a:pt x="1" y="601"/>
                    </a:cubicBezTo>
                    <a:cubicBezTo>
                      <a:pt x="1426" y="2430"/>
                      <a:pt x="2003" y="2737"/>
                      <a:pt x="2083" y="2776"/>
                    </a:cubicBezTo>
                    <a:cubicBezTo>
                      <a:pt x="2147" y="2737"/>
                      <a:pt x="2737" y="2430"/>
                      <a:pt x="4165" y="601"/>
                    </a:cubicBezTo>
                    <a:cubicBezTo>
                      <a:pt x="4061" y="40"/>
                      <a:pt x="3331" y="0"/>
                      <a:pt x="3124" y="0"/>
                    </a:cubicBezTo>
                    <a:cubicBezTo>
                      <a:pt x="3090" y="0"/>
                      <a:pt x="3070" y="1"/>
                      <a:pt x="3070" y="1"/>
                    </a:cubicBezTo>
                    <a:lnTo>
                      <a:pt x="3070" y="322"/>
                    </a:lnTo>
                    <a:lnTo>
                      <a:pt x="3365" y="322"/>
                    </a:lnTo>
                    <a:lnTo>
                      <a:pt x="2083" y="1856"/>
                    </a:lnTo>
                    <a:lnTo>
                      <a:pt x="802" y="322"/>
                    </a:lnTo>
                    <a:lnTo>
                      <a:pt x="1093" y="322"/>
                    </a:lnTo>
                    <a:lnTo>
                      <a:pt x="1093" y="1"/>
                    </a:lnTo>
                    <a:cubicBezTo>
                      <a:pt x="1093" y="1"/>
                      <a:pt x="1073" y="0"/>
                      <a:pt x="1039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306;p28">
                <a:extLst>
                  <a:ext uri="{FF2B5EF4-FFF2-40B4-BE49-F238E27FC236}">
                    <a16:creationId xmlns:a16="http://schemas.microsoft.com/office/drawing/2014/main" id="{6D0055E1-B98A-0E67-DB9B-E78BC879BFA8}"/>
                  </a:ext>
                </a:extLst>
              </p:cNvPr>
              <p:cNvSpPr/>
              <p:nvPr/>
            </p:nvSpPr>
            <p:spPr>
              <a:xfrm>
                <a:off x="5342892" y="1205962"/>
                <a:ext cx="137853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1764" extrusionOk="0">
                    <a:moveTo>
                      <a:pt x="1501" y="1"/>
                    </a:moveTo>
                    <a:cubicBezTo>
                      <a:pt x="1498" y="1"/>
                      <a:pt x="1496" y="1"/>
                      <a:pt x="1493" y="1"/>
                    </a:cubicBezTo>
                    <a:cubicBezTo>
                      <a:pt x="1227" y="56"/>
                      <a:pt x="0" y="1763"/>
                      <a:pt x="0" y="1763"/>
                    </a:cubicBezTo>
                    <a:cubicBezTo>
                      <a:pt x="0" y="1763"/>
                      <a:pt x="1725" y="1"/>
                      <a:pt x="1501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307;p28">
                <a:extLst>
                  <a:ext uri="{FF2B5EF4-FFF2-40B4-BE49-F238E27FC236}">
                    <a16:creationId xmlns:a16="http://schemas.microsoft.com/office/drawing/2014/main" id="{900C70A7-6999-9DB6-10A4-3D7A2E9AD828}"/>
                  </a:ext>
                </a:extLst>
              </p:cNvPr>
              <p:cNvSpPr/>
              <p:nvPr/>
            </p:nvSpPr>
            <p:spPr>
              <a:xfrm>
                <a:off x="5203761" y="1205962"/>
                <a:ext cx="139212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764" extrusionOk="0">
                    <a:moveTo>
                      <a:pt x="224" y="1"/>
                    </a:moveTo>
                    <a:cubicBezTo>
                      <a:pt x="0" y="1"/>
                      <a:pt x="1741" y="1763"/>
                      <a:pt x="1741" y="1763"/>
                    </a:cubicBezTo>
                    <a:cubicBezTo>
                      <a:pt x="1741" y="1763"/>
                      <a:pt x="511" y="56"/>
                      <a:pt x="232" y="1"/>
                    </a:cubicBezTo>
                    <a:cubicBezTo>
                      <a:pt x="229" y="1"/>
                      <a:pt x="227" y="1"/>
                      <a:pt x="224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308;p28">
                <a:extLst>
                  <a:ext uri="{FF2B5EF4-FFF2-40B4-BE49-F238E27FC236}">
                    <a16:creationId xmlns:a16="http://schemas.microsoft.com/office/drawing/2014/main" id="{9E7BB9D3-40F2-E517-394B-0733374948B9}"/>
                  </a:ext>
                </a:extLst>
              </p:cNvPr>
              <p:cNvSpPr/>
              <p:nvPr/>
            </p:nvSpPr>
            <p:spPr>
              <a:xfrm>
                <a:off x="5507994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430" y="0"/>
                    </a:moveTo>
                    <a:cubicBezTo>
                      <a:pt x="350" y="106"/>
                      <a:pt x="0" y="628"/>
                      <a:pt x="375" y="1041"/>
                    </a:cubicBezTo>
                    <a:cubicBezTo>
                      <a:pt x="788" y="1493"/>
                      <a:pt x="2272" y="2188"/>
                      <a:pt x="2272" y="2951"/>
                    </a:cubicBezTo>
                    <a:cubicBezTo>
                      <a:pt x="2272" y="3697"/>
                      <a:pt x="2284" y="4924"/>
                      <a:pt x="2284" y="4924"/>
                    </a:cubicBezTo>
                    <a:lnTo>
                      <a:pt x="2832" y="5405"/>
                    </a:lnTo>
                    <a:lnTo>
                      <a:pt x="2832" y="3111"/>
                    </a:lnTo>
                    <a:cubicBezTo>
                      <a:pt x="2832" y="2214"/>
                      <a:pt x="2390" y="1362"/>
                      <a:pt x="1644" y="840"/>
                    </a:cubicBezTo>
                    <a:lnTo>
                      <a:pt x="430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309;p28">
                <a:extLst>
                  <a:ext uri="{FF2B5EF4-FFF2-40B4-BE49-F238E27FC236}">
                    <a16:creationId xmlns:a16="http://schemas.microsoft.com/office/drawing/2014/main" id="{B2BA1F4F-DF89-CA83-7C20-FB81F6232457}"/>
                  </a:ext>
                </a:extLst>
              </p:cNvPr>
              <p:cNvSpPr/>
              <p:nvPr/>
            </p:nvSpPr>
            <p:spPr>
              <a:xfrm>
                <a:off x="4951153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2403" y="0"/>
                    </a:moveTo>
                    <a:lnTo>
                      <a:pt x="1176" y="840"/>
                    </a:lnTo>
                    <a:cubicBezTo>
                      <a:pt x="443" y="1362"/>
                      <a:pt x="1" y="2214"/>
                      <a:pt x="1" y="3111"/>
                    </a:cubicBezTo>
                    <a:lnTo>
                      <a:pt x="1" y="5405"/>
                    </a:lnTo>
                    <a:lnTo>
                      <a:pt x="548" y="4924"/>
                    </a:lnTo>
                    <a:cubicBezTo>
                      <a:pt x="548" y="4924"/>
                      <a:pt x="561" y="3697"/>
                      <a:pt x="561" y="2951"/>
                    </a:cubicBezTo>
                    <a:cubicBezTo>
                      <a:pt x="561" y="2188"/>
                      <a:pt x="2045" y="1493"/>
                      <a:pt x="2458" y="1041"/>
                    </a:cubicBezTo>
                    <a:cubicBezTo>
                      <a:pt x="2833" y="628"/>
                      <a:pt x="2483" y="106"/>
                      <a:pt x="2403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310;p28">
                <a:extLst>
                  <a:ext uri="{FF2B5EF4-FFF2-40B4-BE49-F238E27FC236}">
                    <a16:creationId xmlns:a16="http://schemas.microsoft.com/office/drawing/2014/main" id="{DB06DF2B-3EA9-BBB9-EFE3-0C96240446FB}"/>
                  </a:ext>
                </a:extLst>
              </p:cNvPr>
              <p:cNvSpPr/>
              <p:nvPr/>
            </p:nvSpPr>
            <p:spPr>
              <a:xfrm>
                <a:off x="5080454" y="1539841"/>
                <a:ext cx="523603" cy="299921"/>
              </a:xfrm>
              <a:custGeom>
                <a:avLst/>
                <a:gdLst/>
                <a:ahLst/>
                <a:cxnLst/>
                <a:rect l="l" t="t" r="r" b="b"/>
                <a:pathLst>
                  <a:path w="6552" h="3753" extrusionOk="0">
                    <a:moveTo>
                      <a:pt x="2509" y="1"/>
                    </a:moveTo>
                    <a:lnTo>
                      <a:pt x="359" y="456"/>
                    </a:lnTo>
                    <a:lnTo>
                      <a:pt x="0" y="2391"/>
                    </a:lnTo>
                    <a:lnTo>
                      <a:pt x="0" y="3752"/>
                    </a:lnTo>
                    <a:cubicBezTo>
                      <a:pt x="0" y="3752"/>
                      <a:pt x="519" y="3057"/>
                      <a:pt x="865" y="2458"/>
                    </a:cubicBezTo>
                    <a:cubicBezTo>
                      <a:pt x="1202" y="1856"/>
                      <a:pt x="1227" y="1295"/>
                      <a:pt x="1227" y="1295"/>
                    </a:cubicBezTo>
                    <a:lnTo>
                      <a:pt x="1586" y="1164"/>
                    </a:lnTo>
                    <a:cubicBezTo>
                      <a:pt x="1948" y="1029"/>
                      <a:pt x="2269" y="481"/>
                      <a:pt x="2269" y="481"/>
                    </a:cubicBezTo>
                    <a:lnTo>
                      <a:pt x="4284" y="481"/>
                    </a:lnTo>
                    <a:cubicBezTo>
                      <a:pt x="4284" y="481"/>
                      <a:pt x="4617" y="1029"/>
                      <a:pt x="4966" y="1164"/>
                    </a:cubicBezTo>
                    <a:lnTo>
                      <a:pt x="5325" y="1295"/>
                    </a:lnTo>
                    <a:cubicBezTo>
                      <a:pt x="5325" y="1295"/>
                      <a:pt x="5350" y="1856"/>
                      <a:pt x="5700" y="2458"/>
                    </a:cubicBezTo>
                    <a:cubicBezTo>
                      <a:pt x="6033" y="3057"/>
                      <a:pt x="6552" y="3752"/>
                      <a:pt x="6552" y="3752"/>
                    </a:cubicBezTo>
                    <a:lnTo>
                      <a:pt x="6552" y="2391"/>
                    </a:lnTo>
                    <a:lnTo>
                      <a:pt x="6193" y="456"/>
                    </a:lnTo>
                    <a:lnTo>
                      <a:pt x="4043" y="1"/>
                    </a:lnTo>
                    <a:lnTo>
                      <a:pt x="3284" y="94"/>
                    </a:lnTo>
                    <a:lnTo>
                      <a:pt x="2509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311;p28">
                <a:extLst>
                  <a:ext uri="{FF2B5EF4-FFF2-40B4-BE49-F238E27FC236}">
                    <a16:creationId xmlns:a16="http://schemas.microsoft.com/office/drawing/2014/main" id="{A871700F-613B-F298-1E7F-1B6CEAC5B305}"/>
                  </a:ext>
                </a:extLst>
              </p:cNvPr>
              <p:cNvSpPr/>
              <p:nvPr/>
            </p:nvSpPr>
            <p:spPr>
              <a:xfrm>
                <a:off x="5218945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3" y="0"/>
                    </a:moveTo>
                    <a:cubicBezTo>
                      <a:pt x="42" y="0"/>
                      <a:pt x="1" y="51"/>
                      <a:pt x="1" y="93"/>
                    </a:cubicBezTo>
                    <a:cubicBezTo>
                      <a:pt x="1" y="147"/>
                      <a:pt x="42" y="186"/>
                      <a:pt x="93" y="186"/>
                    </a:cubicBezTo>
                    <a:lnTo>
                      <a:pt x="734" y="186"/>
                    </a:lnTo>
                    <a:cubicBezTo>
                      <a:pt x="776" y="186"/>
                      <a:pt x="814" y="147"/>
                      <a:pt x="814" y="93"/>
                    </a:cubicBezTo>
                    <a:cubicBezTo>
                      <a:pt x="814" y="51"/>
                      <a:pt x="776" y="0"/>
                      <a:pt x="73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312;p28">
                <a:extLst>
                  <a:ext uri="{FF2B5EF4-FFF2-40B4-BE49-F238E27FC236}">
                    <a16:creationId xmlns:a16="http://schemas.microsoft.com/office/drawing/2014/main" id="{E7886A02-11D9-680D-6523-FA6C02D94531}"/>
                  </a:ext>
                </a:extLst>
              </p:cNvPr>
              <p:cNvSpPr/>
              <p:nvPr/>
            </p:nvSpPr>
            <p:spPr>
              <a:xfrm>
                <a:off x="5171077" y="1475830"/>
                <a:ext cx="343395" cy="84310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1055" extrusionOk="0">
                    <a:moveTo>
                      <a:pt x="1" y="1"/>
                    </a:moveTo>
                    <a:lnTo>
                      <a:pt x="1" y="1055"/>
                    </a:lnTo>
                    <a:lnTo>
                      <a:pt x="4296" y="1055"/>
                    </a:lnTo>
                    <a:lnTo>
                      <a:pt x="4296" y="1"/>
                    </a:ln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313;p28">
                <a:extLst>
                  <a:ext uri="{FF2B5EF4-FFF2-40B4-BE49-F238E27FC236}">
                    <a16:creationId xmlns:a16="http://schemas.microsoft.com/office/drawing/2014/main" id="{718B9E50-E19C-3B88-BD84-EF45C254989E}"/>
                  </a:ext>
                </a:extLst>
              </p:cNvPr>
              <p:cNvSpPr/>
              <p:nvPr/>
            </p:nvSpPr>
            <p:spPr>
              <a:xfrm>
                <a:off x="5184902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0" y="68"/>
                      <a:pt x="0" y="161"/>
                    </a:cubicBezTo>
                    <a:cubicBezTo>
                      <a:pt x="0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314;p28">
                <a:extLst>
                  <a:ext uri="{FF2B5EF4-FFF2-40B4-BE49-F238E27FC236}">
                    <a16:creationId xmlns:a16="http://schemas.microsoft.com/office/drawing/2014/main" id="{19BBB6D6-8757-E2A7-254B-1C1BAB5AD471}"/>
                  </a:ext>
                </a:extLst>
              </p:cNvPr>
              <p:cNvSpPr/>
              <p:nvPr/>
            </p:nvSpPr>
            <p:spPr>
              <a:xfrm>
                <a:off x="5423765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315;p28">
                <a:extLst>
                  <a:ext uri="{FF2B5EF4-FFF2-40B4-BE49-F238E27FC236}">
                    <a16:creationId xmlns:a16="http://schemas.microsoft.com/office/drawing/2014/main" id="{6DC724A4-4B0B-1BE2-68E3-FAC72649E147}"/>
                  </a:ext>
                </a:extLst>
              </p:cNvPr>
              <p:cNvSpPr/>
              <p:nvPr/>
            </p:nvSpPr>
            <p:spPr>
              <a:xfrm>
                <a:off x="5242520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316;p28">
                <a:extLst>
                  <a:ext uri="{FF2B5EF4-FFF2-40B4-BE49-F238E27FC236}">
                    <a16:creationId xmlns:a16="http://schemas.microsoft.com/office/drawing/2014/main" id="{57E2AEC4-4B94-40DF-AC36-029A69BCF736}"/>
                  </a:ext>
                </a:extLst>
              </p:cNvPr>
              <p:cNvSpPr/>
              <p:nvPr/>
            </p:nvSpPr>
            <p:spPr>
              <a:xfrm>
                <a:off x="5400430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4" y="0"/>
                    </a:moveTo>
                    <a:cubicBezTo>
                      <a:pt x="39" y="0"/>
                      <a:pt x="1" y="51"/>
                      <a:pt x="1" y="93"/>
                    </a:cubicBezTo>
                    <a:cubicBezTo>
                      <a:pt x="1" y="147"/>
                      <a:pt x="39" y="186"/>
                      <a:pt x="94" y="186"/>
                    </a:cubicBezTo>
                    <a:lnTo>
                      <a:pt x="722" y="186"/>
                    </a:lnTo>
                    <a:cubicBezTo>
                      <a:pt x="773" y="186"/>
                      <a:pt x="815" y="147"/>
                      <a:pt x="815" y="93"/>
                    </a:cubicBezTo>
                    <a:cubicBezTo>
                      <a:pt x="815" y="51"/>
                      <a:pt x="773" y="0"/>
                      <a:pt x="72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317;p28">
                <a:extLst>
                  <a:ext uri="{FF2B5EF4-FFF2-40B4-BE49-F238E27FC236}">
                    <a16:creationId xmlns:a16="http://schemas.microsoft.com/office/drawing/2014/main" id="{6B831CF6-5AAE-9115-E21A-878CA1CA7CBE}"/>
                  </a:ext>
                </a:extLst>
              </p:cNvPr>
              <p:cNvSpPr/>
              <p:nvPr/>
            </p:nvSpPr>
            <p:spPr>
              <a:xfrm>
                <a:off x="5373579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1" y="68"/>
                      <a:pt x="1" y="161"/>
                    </a:cubicBezTo>
                    <a:cubicBezTo>
                      <a:pt x="1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318;p28">
                <a:extLst>
                  <a:ext uri="{FF2B5EF4-FFF2-40B4-BE49-F238E27FC236}">
                    <a16:creationId xmlns:a16="http://schemas.microsoft.com/office/drawing/2014/main" id="{4DBA2287-16C9-8ABA-05C7-9528873BC1EC}"/>
                  </a:ext>
                </a:extLst>
              </p:cNvPr>
              <p:cNvSpPr/>
              <p:nvPr/>
            </p:nvSpPr>
            <p:spPr>
              <a:xfrm>
                <a:off x="5138072" y="1430120"/>
                <a:ext cx="9398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961" extrusionOk="0">
                    <a:moveTo>
                      <a:pt x="1110" y="1"/>
                    </a:moveTo>
                    <a:cubicBezTo>
                      <a:pt x="985" y="1"/>
                      <a:pt x="707" y="266"/>
                      <a:pt x="586" y="307"/>
                    </a:cubicBezTo>
                    <a:cubicBezTo>
                      <a:pt x="439" y="374"/>
                      <a:pt x="0" y="961"/>
                      <a:pt x="0" y="961"/>
                    </a:cubicBezTo>
                    <a:lnTo>
                      <a:pt x="692" y="826"/>
                    </a:lnTo>
                    <a:cubicBezTo>
                      <a:pt x="692" y="826"/>
                      <a:pt x="1160" y="413"/>
                      <a:pt x="1173" y="105"/>
                    </a:cubicBezTo>
                    <a:cubicBezTo>
                      <a:pt x="1176" y="30"/>
                      <a:pt x="1151" y="1"/>
                      <a:pt x="1110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319;p28">
                <a:extLst>
                  <a:ext uri="{FF2B5EF4-FFF2-40B4-BE49-F238E27FC236}">
                    <a16:creationId xmlns:a16="http://schemas.microsoft.com/office/drawing/2014/main" id="{A70336C7-A0B4-F441-795C-E36B3182225F}"/>
                  </a:ext>
                </a:extLst>
              </p:cNvPr>
              <p:cNvSpPr/>
              <p:nvPr/>
            </p:nvSpPr>
            <p:spPr>
              <a:xfrm>
                <a:off x="5080454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0" y="0"/>
                    </a:moveTo>
                    <a:lnTo>
                      <a:pt x="0" y="907"/>
                    </a:lnTo>
                    <a:cubicBezTo>
                      <a:pt x="52" y="974"/>
                      <a:pt x="106" y="1025"/>
                      <a:pt x="173" y="1080"/>
                    </a:cubicBezTo>
                    <a:lnTo>
                      <a:pt x="334" y="224"/>
                    </a:lnTo>
                    <a:cubicBezTo>
                      <a:pt x="241" y="144"/>
                      <a:pt x="132" y="80"/>
                      <a:pt x="0" y="0"/>
                    </a:cubicBez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320;p28">
                <a:extLst>
                  <a:ext uri="{FF2B5EF4-FFF2-40B4-BE49-F238E27FC236}">
                    <a16:creationId xmlns:a16="http://schemas.microsoft.com/office/drawing/2014/main" id="{FC88271D-5642-E659-B2C0-EEF3C50D0BAA}"/>
                  </a:ext>
                </a:extLst>
              </p:cNvPr>
              <p:cNvSpPr/>
              <p:nvPr/>
            </p:nvSpPr>
            <p:spPr>
              <a:xfrm>
                <a:off x="5058957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48" y="1"/>
                    </a:moveTo>
                    <a:lnTo>
                      <a:pt x="148" y="1"/>
                    </a:lnTo>
                    <a:cubicBezTo>
                      <a:pt x="0" y="321"/>
                      <a:pt x="55" y="680"/>
                      <a:pt x="269" y="962"/>
                    </a:cubicBezTo>
                    <a:lnTo>
                      <a:pt x="269" y="55"/>
                    </a:lnTo>
                    <a:cubicBezTo>
                      <a:pt x="228" y="39"/>
                      <a:pt x="189" y="13"/>
                      <a:pt x="148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321;p28">
                <a:extLst>
                  <a:ext uri="{FF2B5EF4-FFF2-40B4-BE49-F238E27FC236}">
                    <a16:creationId xmlns:a16="http://schemas.microsoft.com/office/drawing/2014/main" id="{8552AE20-0561-105F-AD79-E88C5E250BDA}"/>
                  </a:ext>
                </a:extLst>
              </p:cNvPr>
              <p:cNvSpPr/>
              <p:nvPr/>
            </p:nvSpPr>
            <p:spPr>
              <a:xfrm>
                <a:off x="5094279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161" y="0"/>
                    </a:moveTo>
                    <a:lnTo>
                      <a:pt x="0" y="856"/>
                    </a:lnTo>
                    <a:cubicBezTo>
                      <a:pt x="173" y="990"/>
                      <a:pt x="401" y="1083"/>
                      <a:pt x="667" y="1109"/>
                    </a:cubicBezTo>
                    <a:cubicBezTo>
                      <a:pt x="667" y="1109"/>
                      <a:pt x="869" y="548"/>
                      <a:pt x="161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322;p28">
                <a:extLst>
                  <a:ext uri="{FF2B5EF4-FFF2-40B4-BE49-F238E27FC236}">
                    <a16:creationId xmlns:a16="http://schemas.microsoft.com/office/drawing/2014/main" id="{43F7B603-6484-4C9F-134F-1E57DC1FAEFD}"/>
                  </a:ext>
                </a:extLst>
              </p:cNvPr>
              <p:cNvSpPr/>
              <p:nvPr/>
            </p:nvSpPr>
            <p:spPr>
              <a:xfrm>
                <a:off x="506223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2089" y="0"/>
                    </a:moveTo>
                    <a:cubicBezTo>
                      <a:pt x="1729" y="0"/>
                      <a:pt x="1296" y="35"/>
                      <a:pt x="1029" y="193"/>
                    </a:cubicBezTo>
                    <a:cubicBezTo>
                      <a:pt x="709" y="379"/>
                      <a:pt x="27" y="1247"/>
                      <a:pt x="27" y="1247"/>
                    </a:cubicBezTo>
                    <a:cubicBezTo>
                      <a:pt x="1" y="2086"/>
                      <a:pt x="549" y="2406"/>
                      <a:pt x="549" y="2406"/>
                    </a:cubicBezTo>
                    <a:lnTo>
                      <a:pt x="1173" y="1753"/>
                    </a:lnTo>
                    <a:lnTo>
                      <a:pt x="1414" y="1782"/>
                    </a:lnTo>
                    <a:cubicBezTo>
                      <a:pt x="1449" y="1784"/>
                      <a:pt x="1481" y="1785"/>
                      <a:pt x="1511" y="1785"/>
                    </a:cubicBezTo>
                    <a:cubicBezTo>
                      <a:pt x="1871" y="1785"/>
                      <a:pt x="1891" y="1648"/>
                      <a:pt x="2003" y="1500"/>
                    </a:cubicBezTo>
                    <a:cubicBezTo>
                      <a:pt x="2215" y="1461"/>
                      <a:pt x="2215" y="1125"/>
                      <a:pt x="2215" y="1125"/>
                    </a:cubicBezTo>
                    <a:cubicBezTo>
                      <a:pt x="2215" y="1125"/>
                      <a:pt x="2442" y="1086"/>
                      <a:pt x="2471" y="965"/>
                    </a:cubicBezTo>
                    <a:cubicBezTo>
                      <a:pt x="2484" y="833"/>
                      <a:pt x="2564" y="699"/>
                      <a:pt x="1708" y="699"/>
                    </a:cubicBezTo>
                    <a:cubicBezTo>
                      <a:pt x="1696" y="551"/>
                      <a:pt x="1776" y="433"/>
                      <a:pt x="1962" y="420"/>
                    </a:cubicBezTo>
                    <a:cubicBezTo>
                      <a:pt x="2151" y="404"/>
                      <a:pt x="2509" y="420"/>
                      <a:pt x="2670" y="353"/>
                    </a:cubicBezTo>
                    <a:cubicBezTo>
                      <a:pt x="2830" y="273"/>
                      <a:pt x="2682" y="33"/>
                      <a:pt x="2295" y="4"/>
                    </a:cubicBezTo>
                    <a:cubicBezTo>
                      <a:pt x="2230" y="2"/>
                      <a:pt x="2161" y="0"/>
                      <a:pt x="208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323;p28">
                <a:extLst>
                  <a:ext uri="{FF2B5EF4-FFF2-40B4-BE49-F238E27FC236}">
                    <a16:creationId xmlns:a16="http://schemas.microsoft.com/office/drawing/2014/main" id="{5C56EC86-AAF6-F45E-28B5-D62C4295826E}"/>
                  </a:ext>
                </a:extLst>
              </p:cNvPr>
              <p:cNvSpPr/>
              <p:nvPr/>
            </p:nvSpPr>
            <p:spPr>
              <a:xfrm>
                <a:off x="4950115" y="1563416"/>
                <a:ext cx="197470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71" h="3607" extrusionOk="0">
                    <a:moveTo>
                      <a:pt x="1510" y="1"/>
                    </a:moveTo>
                    <a:lnTo>
                      <a:pt x="1" y="1308"/>
                    </a:lnTo>
                    <a:lnTo>
                      <a:pt x="1" y="2336"/>
                    </a:lnTo>
                    <a:cubicBezTo>
                      <a:pt x="1" y="3321"/>
                      <a:pt x="356" y="3606"/>
                      <a:pt x="738" y="3606"/>
                    </a:cubicBezTo>
                    <a:cubicBezTo>
                      <a:pt x="755" y="3606"/>
                      <a:pt x="772" y="3606"/>
                      <a:pt x="789" y="3605"/>
                    </a:cubicBezTo>
                    <a:cubicBezTo>
                      <a:pt x="1202" y="3579"/>
                      <a:pt x="1497" y="2951"/>
                      <a:pt x="2471" y="1388"/>
                    </a:cubicBezTo>
                    <a:cubicBezTo>
                      <a:pt x="1295" y="1067"/>
                      <a:pt x="1510" y="1"/>
                      <a:pt x="15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324;p28">
                <a:extLst>
                  <a:ext uri="{FF2B5EF4-FFF2-40B4-BE49-F238E27FC236}">
                    <a16:creationId xmlns:a16="http://schemas.microsoft.com/office/drawing/2014/main" id="{911B573F-1883-85F6-B0B0-32DCEA65E2EE}"/>
                  </a:ext>
                </a:extLst>
              </p:cNvPr>
              <p:cNvSpPr/>
              <p:nvPr/>
            </p:nvSpPr>
            <p:spPr>
              <a:xfrm>
                <a:off x="5206159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253" y="1"/>
                    </a:moveTo>
                    <a:cubicBezTo>
                      <a:pt x="173" y="68"/>
                      <a:pt x="0" y="283"/>
                      <a:pt x="308" y="417"/>
                    </a:cubicBezTo>
                    <a:cubicBezTo>
                      <a:pt x="494" y="401"/>
                      <a:pt x="750" y="401"/>
                      <a:pt x="869" y="350"/>
                    </a:cubicBezTo>
                    <a:cubicBezTo>
                      <a:pt x="1029" y="270"/>
                      <a:pt x="881" y="30"/>
                      <a:pt x="494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325;p28">
                <a:extLst>
                  <a:ext uri="{FF2B5EF4-FFF2-40B4-BE49-F238E27FC236}">
                    <a16:creationId xmlns:a16="http://schemas.microsoft.com/office/drawing/2014/main" id="{78D568F0-7244-FF80-2476-6D4E131543FA}"/>
                  </a:ext>
                </a:extLst>
              </p:cNvPr>
              <p:cNvSpPr/>
              <p:nvPr/>
            </p:nvSpPr>
            <p:spPr>
              <a:xfrm>
                <a:off x="4953471" y="1778943"/>
                <a:ext cx="97097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910" extrusionOk="0">
                    <a:moveTo>
                      <a:pt x="372" y="1"/>
                    </a:moveTo>
                    <a:cubicBezTo>
                      <a:pt x="241" y="1"/>
                      <a:pt x="106" y="27"/>
                      <a:pt x="0" y="81"/>
                    </a:cubicBezTo>
                    <a:cubicBezTo>
                      <a:pt x="88" y="708"/>
                      <a:pt x="377" y="910"/>
                      <a:pt x="689" y="910"/>
                    </a:cubicBezTo>
                    <a:cubicBezTo>
                      <a:pt x="708" y="910"/>
                      <a:pt x="727" y="909"/>
                      <a:pt x="747" y="908"/>
                    </a:cubicBezTo>
                    <a:cubicBezTo>
                      <a:pt x="907" y="895"/>
                      <a:pt x="1042" y="802"/>
                      <a:pt x="1215" y="587"/>
                    </a:cubicBezTo>
                    <a:cubicBezTo>
                      <a:pt x="1080" y="254"/>
                      <a:pt x="760" y="1"/>
                      <a:pt x="372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326;p28">
                <a:extLst>
                  <a:ext uri="{FF2B5EF4-FFF2-40B4-BE49-F238E27FC236}">
                    <a16:creationId xmlns:a16="http://schemas.microsoft.com/office/drawing/2014/main" id="{E766DDF5-B4A9-0CAE-3A41-4794DF770927}"/>
                  </a:ext>
                </a:extLst>
              </p:cNvPr>
              <p:cNvSpPr/>
              <p:nvPr/>
            </p:nvSpPr>
            <p:spPr>
              <a:xfrm>
                <a:off x="5452693" y="1430120"/>
                <a:ext cx="9374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961" extrusionOk="0">
                    <a:moveTo>
                      <a:pt x="69" y="1"/>
                    </a:moveTo>
                    <a:cubicBezTo>
                      <a:pt x="27" y="1"/>
                      <a:pt x="0" y="30"/>
                      <a:pt x="0" y="105"/>
                    </a:cubicBezTo>
                    <a:cubicBezTo>
                      <a:pt x="13" y="413"/>
                      <a:pt x="481" y="826"/>
                      <a:pt x="481" y="826"/>
                    </a:cubicBezTo>
                    <a:lnTo>
                      <a:pt x="1173" y="961"/>
                    </a:lnTo>
                    <a:cubicBezTo>
                      <a:pt x="1173" y="961"/>
                      <a:pt x="734" y="374"/>
                      <a:pt x="587" y="307"/>
                    </a:cubicBezTo>
                    <a:cubicBezTo>
                      <a:pt x="466" y="266"/>
                      <a:pt x="196" y="1"/>
                      <a:pt x="69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327;p28">
                <a:extLst>
                  <a:ext uri="{FF2B5EF4-FFF2-40B4-BE49-F238E27FC236}">
                    <a16:creationId xmlns:a16="http://schemas.microsoft.com/office/drawing/2014/main" id="{D020A70D-816A-4176-4B64-746CFD3DB486}"/>
                  </a:ext>
                </a:extLst>
              </p:cNvPr>
              <p:cNvSpPr/>
              <p:nvPr/>
            </p:nvSpPr>
            <p:spPr>
              <a:xfrm>
                <a:off x="5577359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334" y="0"/>
                    </a:moveTo>
                    <a:cubicBezTo>
                      <a:pt x="202" y="80"/>
                      <a:pt x="93" y="144"/>
                      <a:pt x="1" y="224"/>
                    </a:cubicBezTo>
                    <a:lnTo>
                      <a:pt x="161" y="1080"/>
                    </a:lnTo>
                    <a:cubicBezTo>
                      <a:pt x="228" y="1025"/>
                      <a:pt x="295" y="974"/>
                      <a:pt x="334" y="907"/>
                    </a:cubicBez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328;p28">
                <a:extLst>
                  <a:ext uri="{FF2B5EF4-FFF2-40B4-BE49-F238E27FC236}">
                    <a16:creationId xmlns:a16="http://schemas.microsoft.com/office/drawing/2014/main" id="{880B4DB3-5D0A-C79F-0061-697959A8D246}"/>
                  </a:ext>
                </a:extLst>
              </p:cNvPr>
              <p:cNvSpPr/>
              <p:nvPr/>
            </p:nvSpPr>
            <p:spPr>
              <a:xfrm>
                <a:off x="5603970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35" y="1"/>
                    </a:moveTo>
                    <a:lnTo>
                      <a:pt x="135" y="1"/>
                    </a:lnTo>
                    <a:cubicBezTo>
                      <a:pt x="81" y="13"/>
                      <a:pt x="42" y="39"/>
                      <a:pt x="1" y="55"/>
                    </a:cubicBezTo>
                    <a:lnTo>
                      <a:pt x="1" y="962"/>
                    </a:lnTo>
                    <a:cubicBezTo>
                      <a:pt x="215" y="680"/>
                      <a:pt x="270" y="321"/>
                      <a:pt x="135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329;p28">
                <a:extLst>
                  <a:ext uri="{FF2B5EF4-FFF2-40B4-BE49-F238E27FC236}">
                    <a16:creationId xmlns:a16="http://schemas.microsoft.com/office/drawing/2014/main" id="{06A2CB4D-42F5-CEB5-636D-27CF3A7ECDBE}"/>
                  </a:ext>
                </a:extLst>
              </p:cNvPr>
              <p:cNvSpPr/>
              <p:nvPr/>
            </p:nvSpPr>
            <p:spPr>
              <a:xfrm>
                <a:off x="5520780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709" y="0"/>
                    </a:moveTo>
                    <a:cubicBezTo>
                      <a:pt x="1" y="548"/>
                      <a:pt x="215" y="1109"/>
                      <a:pt x="215" y="1109"/>
                    </a:cubicBezTo>
                    <a:cubicBezTo>
                      <a:pt x="481" y="1083"/>
                      <a:pt x="696" y="990"/>
                      <a:pt x="869" y="856"/>
                    </a:cubicBezTo>
                    <a:lnTo>
                      <a:pt x="709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330;p28">
                <a:extLst>
                  <a:ext uri="{FF2B5EF4-FFF2-40B4-BE49-F238E27FC236}">
                    <a16:creationId xmlns:a16="http://schemas.microsoft.com/office/drawing/2014/main" id="{CA851EB4-0696-A239-0A63-29079BC344CB}"/>
                  </a:ext>
                </a:extLst>
              </p:cNvPr>
              <p:cNvSpPr/>
              <p:nvPr/>
            </p:nvSpPr>
            <p:spPr>
              <a:xfrm>
                <a:off x="539611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747" y="0"/>
                    </a:moveTo>
                    <a:cubicBezTo>
                      <a:pt x="674" y="0"/>
                      <a:pt x="603" y="2"/>
                      <a:pt x="535" y="4"/>
                    </a:cubicBezTo>
                    <a:cubicBezTo>
                      <a:pt x="148" y="33"/>
                      <a:pt x="0" y="273"/>
                      <a:pt x="161" y="353"/>
                    </a:cubicBezTo>
                    <a:cubicBezTo>
                      <a:pt x="321" y="420"/>
                      <a:pt x="680" y="404"/>
                      <a:pt x="869" y="420"/>
                    </a:cubicBezTo>
                    <a:cubicBezTo>
                      <a:pt x="1054" y="433"/>
                      <a:pt x="1147" y="551"/>
                      <a:pt x="1134" y="699"/>
                    </a:cubicBezTo>
                    <a:cubicBezTo>
                      <a:pt x="279" y="699"/>
                      <a:pt x="346" y="833"/>
                      <a:pt x="375" y="965"/>
                    </a:cubicBezTo>
                    <a:cubicBezTo>
                      <a:pt x="388" y="1086"/>
                      <a:pt x="616" y="1125"/>
                      <a:pt x="616" y="1125"/>
                    </a:cubicBezTo>
                    <a:cubicBezTo>
                      <a:pt x="616" y="1125"/>
                      <a:pt x="628" y="1461"/>
                      <a:pt x="827" y="1500"/>
                    </a:cubicBezTo>
                    <a:cubicBezTo>
                      <a:pt x="951" y="1648"/>
                      <a:pt x="961" y="1785"/>
                      <a:pt x="1319" y="1785"/>
                    </a:cubicBezTo>
                    <a:cubicBezTo>
                      <a:pt x="1349" y="1785"/>
                      <a:pt x="1381" y="1784"/>
                      <a:pt x="1416" y="1782"/>
                    </a:cubicBezTo>
                    <a:lnTo>
                      <a:pt x="1657" y="1753"/>
                    </a:lnTo>
                    <a:lnTo>
                      <a:pt x="2281" y="2406"/>
                    </a:lnTo>
                    <a:cubicBezTo>
                      <a:pt x="2281" y="2406"/>
                      <a:pt x="2829" y="2086"/>
                      <a:pt x="2804" y="1247"/>
                    </a:cubicBezTo>
                    <a:cubicBezTo>
                      <a:pt x="2804" y="1247"/>
                      <a:pt x="2121" y="379"/>
                      <a:pt x="1801" y="193"/>
                    </a:cubicBezTo>
                    <a:cubicBezTo>
                      <a:pt x="1534" y="35"/>
                      <a:pt x="1112" y="0"/>
                      <a:pt x="747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331;p28">
                <a:extLst>
                  <a:ext uri="{FF2B5EF4-FFF2-40B4-BE49-F238E27FC236}">
                    <a16:creationId xmlns:a16="http://schemas.microsoft.com/office/drawing/2014/main" id="{577A9899-9927-ED65-FCFB-6BBEFA1A143C}"/>
                  </a:ext>
                </a:extLst>
              </p:cNvPr>
              <p:cNvSpPr/>
              <p:nvPr/>
            </p:nvSpPr>
            <p:spPr>
              <a:xfrm>
                <a:off x="5537962" y="1563416"/>
                <a:ext cx="196431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3607" extrusionOk="0">
                    <a:moveTo>
                      <a:pt x="961" y="1"/>
                    </a:moveTo>
                    <a:lnTo>
                      <a:pt x="961" y="1"/>
                    </a:lnTo>
                    <a:cubicBezTo>
                      <a:pt x="961" y="1"/>
                      <a:pt x="1163" y="1067"/>
                      <a:pt x="0" y="1388"/>
                    </a:cubicBezTo>
                    <a:cubicBezTo>
                      <a:pt x="974" y="2951"/>
                      <a:pt x="1256" y="3579"/>
                      <a:pt x="1669" y="3605"/>
                    </a:cubicBezTo>
                    <a:cubicBezTo>
                      <a:pt x="1686" y="3606"/>
                      <a:pt x="1703" y="3606"/>
                      <a:pt x="1720" y="3606"/>
                    </a:cubicBezTo>
                    <a:cubicBezTo>
                      <a:pt x="2102" y="3606"/>
                      <a:pt x="2457" y="3321"/>
                      <a:pt x="2457" y="2336"/>
                    </a:cubicBezTo>
                    <a:lnTo>
                      <a:pt x="2457" y="1308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332;p28">
                <a:extLst>
                  <a:ext uri="{FF2B5EF4-FFF2-40B4-BE49-F238E27FC236}">
                    <a16:creationId xmlns:a16="http://schemas.microsoft.com/office/drawing/2014/main" id="{DC248487-9507-2BE1-8231-940A0D85BE00}"/>
                  </a:ext>
                </a:extLst>
              </p:cNvPr>
              <p:cNvSpPr/>
              <p:nvPr/>
            </p:nvSpPr>
            <p:spPr>
              <a:xfrm>
                <a:off x="5396114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535" y="1"/>
                    </a:moveTo>
                    <a:cubicBezTo>
                      <a:pt x="148" y="30"/>
                      <a:pt x="0" y="270"/>
                      <a:pt x="161" y="350"/>
                    </a:cubicBezTo>
                    <a:cubicBezTo>
                      <a:pt x="279" y="401"/>
                      <a:pt x="535" y="401"/>
                      <a:pt x="734" y="417"/>
                    </a:cubicBezTo>
                    <a:cubicBezTo>
                      <a:pt x="1029" y="283"/>
                      <a:pt x="856" y="68"/>
                      <a:pt x="776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333;p28">
                <a:extLst>
                  <a:ext uri="{FF2B5EF4-FFF2-40B4-BE49-F238E27FC236}">
                    <a16:creationId xmlns:a16="http://schemas.microsoft.com/office/drawing/2014/main" id="{1D16FF5F-5D11-7817-EE13-F0F21FE6C6DF}"/>
                  </a:ext>
                </a:extLst>
              </p:cNvPr>
              <p:cNvSpPr/>
              <p:nvPr/>
            </p:nvSpPr>
            <p:spPr>
              <a:xfrm>
                <a:off x="5633938" y="1778943"/>
                <a:ext cx="98136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910" extrusionOk="0">
                    <a:moveTo>
                      <a:pt x="856" y="1"/>
                    </a:moveTo>
                    <a:cubicBezTo>
                      <a:pt x="468" y="1"/>
                      <a:pt x="135" y="254"/>
                      <a:pt x="1" y="587"/>
                    </a:cubicBezTo>
                    <a:cubicBezTo>
                      <a:pt x="174" y="802"/>
                      <a:pt x="308" y="895"/>
                      <a:pt x="468" y="908"/>
                    </a:cubicBezTo>
                    <a:cubicBezTo>
                      <a:pt x="488" y="909"/>
                      <a:pt x="507" y="910"/>
                      <a:pt x="526" y="910"/>
                    </a:cubicBezTo>
                    <a:cubicBezTo>
                      <a:pt x="838" y="910"/>
                      <a:pt x="1128" y="708"/>
                      <a:pt x="1227" y="81"/>
                    </a:cubicBezTo>
                    <a:cubicBezTo>
                      <a:pt x="1109" y="27"/>
                      <a:pt x="987" y="1"/>
                      <a:pt x="856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334;p28">
                <a:extLst>
                  <a:ext uri="{FF2B5EF4-FFF2-40B4-BE49-F238E27FC236}">
                    <a16:creationId xmlns:a16="http://schemas.microsoft.com/office/drawing/2014/main" id="{12AFA0AF-761B-D986-61E4-7CCD8FE7C7C9}"/>
                  </a:ext>
                </a:extLst>
              </p:cNvPr>
              <p:cNvSpPr/>
              <p:nvPr/>
            </p:nvSpPr>
            <p:spPr>
              <a:xfrm>
                <a:off x="5080454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826" y="0"/>
                    </a:moveTo>
                    <a:lnTo>
                      <a:pt x="0" y="1307"/>
                    </a:lnTo>
                    <a:lnTo>
                      <a:pt x="0" y="2217"/>
                    </a:lnTo>
                    <a:lnTo>
                      <a:pt x="1826" y="801"/>
                    </a:lnTo>
                    <a:lnTo>
                      <a:pt x="1826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335;p28">
                <a:extLst>
                  <a:ext uri="{FF2B5EF4-FFF2-40B4-BE49-F238E27FC236}">
                    <a16:creationId xmlns:a16="http://schemas.microsoft.com/office/drawing/2014/main" id="{74B9226B-0FB7-FF71-621D-C6A37759314A}"/>
                  </a:ext>
                </a:extLst>
              </p:cNvPr>
              <p:cNvSpPr/>
              <p:nvPr/>
            </p:nvSpPr>
            <p:spPr>
              <a:xfrm>
                <a:off x="5458048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" y="0"/>
                    </a:moveTo>
                    <a:lnTo>
                      <a:pt x="1" y="801"/>
                    </a:lnTo>
                    <a:lnTo>
                      <a:pt x="1827" y="2217"/>
                    </a:lnTo>
                    <a:lnTo>
                      <a:pt x="1827" y="13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336;p28">
                <a:extLst>
                  <a:ext uri="{FF2B5EF4-FFF2-40B4-BE49-F238E27FC236}">
                    <a16:creationId xmlns:a16="http://schemas.microsoft.com/office/drawing/2014/main" id="{4AF75F45-E5CC-C5A2-322F-D49225BE0BE0}"/>
                  </a:ext>
                </a:extLst>
              </p:cNvPr>
              <p:cNvSpPr/>
              <p:nvPr/>
            </p:nvSpPr>
            <p:spPr>
              <a:xfrm>
                <a:off x="5271209" y="1618956"/>
                <a:ext cx="143128" cy="959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0" extrusionOk="0">
                    <a:moveTo>
                      <a:pt x="55" y="1"/>
                    </a:moveTo>
                    <a:cubicBezTo>
                      <a:pt x="29" y="1"/>
                      <a:pt x="0" y="26"/>
                      <a:pt x="0" y="52"/>
                    </a:cubicBezTo>
                    <a:cubicBezTo>
                      <a:pt x="0" y="94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4"/>
                      <a:pt x="1791" y="52"/>
                    </a:cubicBezTo>
                    <a:cubicBezTo>
                      <a:pt x="1791" y="26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337;p28">
                <a:extLst>
                  <a:ext uri="{FF2B5EF4-FFF2-40B4-BE49-F238E27FC236}">
                    <a16:creationId xmlns:a16="http://schemas.microsoft.com/office/drawing/2014/main" id="{741E41C6-FCDB-759F-6CAE-61FCB8DC7044}"/>
                  </a:ext>
                </a:extLst>
              </p:cNvPr>
              <p:cNvSpPr/>
              <p:nvPr/>
            </p:nvSpPr>
            <p:spPr>
              <a:xfrm>
                <a:off x="5271209" y="1755449"/>
                <a:ext cx="143128" cy="951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19" extrusionOk="0">
                    <a:moveTo>
                      <a:pt x="55" y="0"/>
                    </a:moveTo>
                    <a:cubicBezTo>
                      <a:pt x="29" y="0"/>
                      <a:pt x="0" y="26"/>
                      <a:pt x="0" y="55"/>
                    </a:cubicBezTo>
                    <a:cubicBezTo>
                      <a:pt x="0" y="93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3"/>
                      <a:pt x="1791" y="55"/>
                    </a:cubicBezTo>
                    <a:cubicBezTo>
                      <a:pt x="1791" y="26"/>
                      <a:pt x="1762" y="0"/>
                      <a:pt x="172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338;p28">
                <a:extLst>
                  <a:ext uri="{FF2B5EF4-FFF2-40B4-BE49-F238E27FC236}">
                    <a16:creationId xmlns:a16="http://schemas.microsoft.com/office/drawing/2014/main" id="{6CEE2A5B-9169-1F8A-6FE9-87506AEFC699}"/>
                  </a:ext>
                </a:extLst>
              </p:cNvPr>
              <p:cNvSpPr/>
              <p:nvPr/>
            </p:nvSpPr>
            <p:spPr>
              <a:xfrm>
                <a:off x="5271209" y="1891861"/>
                <a:ext cx="143128" cy="983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3" extrusionOk="0">
                    <a:moveTo>
                      <a:pt x="55" y="1"/>
                    </a:moveTo>
                    <a:cubicBezTo>
                      <a:pt x="29" y="1"/>
                      <a:pt x="0" y="30"/>
                      <a:pt x="0" y="68"/>
                    </a:cubicBezTo>
                    <a:cubicBezTo>
                      <a:pt x="0" y="94"/>
                      <a:pt x="29" y="122"/>
                      <a:pt x="55" y="122"/>
                    </a:cubicBezTo>
                    <a:lnTo>
                      <a:pt x="1724" y="122"/>
                    </a:lnTo>
                    <a:cubicBezTo>
                      <a:pt x="1762" y="122"/>
                      <a:pt x="1791" y="94"/>
                      <a:pt x="1791" y="68"/>
                    </a:cubicBezTo>
                    <a:cubicBezTo>
                      <a:pt x="1791" y="30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339;p28">
                <a:extLst>
                  <a:ext uri="{FF2B5EF4-FFF2-40B4-BE49-F238E27FC236}">
                    <a16:creationId xmlns:a16="http://schemas.microsoft.com/office/drawing/2014/main" id="{54E97C6B-69A3-6CBA-B6A3-D820B870F3F9}"/>
                  </a:ext>
                </a:extLst>
              </p:cNvPr>
              <p:cNvSpPr/>
              <p:nvPr/>
            </p:nvSpPr>
            <p:spPr>
              <a:xfrm>
                <a:off x="5239163" y="858417"/>
                <a:ext cx="116596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561" y="1240"/>
                    </a:lnTo>
                    <a:cubicBezTo>
                      <a:pt x="536" y="1092"/>
                      <a:pt x="363" y="93"/>
                      <a:pt x="1458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340;p28">
                <a:extLst>
                  <a:ext uri="{FF2B5EF4-FFF2-40B4-BE49-F238E27FC236}">
                    <a16:creationId xmlns:a16="http://schemas.microsoft.com/office/drawing/2014/main" id="{7E9FC2AA-D49E-035B-F669-DDD37E6548AF}"/>
                  </a:ext>
                </a:extLst>
              </p:cNvPr>
              <p:cNvSpPr/>
              <p:nvPr/>
            </p:nvSpPr>
            <p:spPr>
              <a:xfrm>
                <a:off x="5342892" y="1076981"/>
                <a:ext cx="42515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30" extrusionOk="0">
                    <a:moveTo>
                      <a:pt x="0" y="1"/>
                    </a:moveTo>
                    <a:lnTo>
                      <a:pt x="0" y="376"/>
                    </a:lnTo>
                    <a:cubicBezTo>
                      <a:pt x="0" y="376"/>
                      <a:pt x="124" y="529"/>
                      <a:pt x="407" y="529"/>
                    </a:cubicBezTo>
                    <a:cubicBezTo>
                      <a:pt x="445" y="529"/>
                      <a:pt x="487" y="526"/>
                      <a:pt x="532" y="520"/>
                    </a:cubicBezTo>
                    <a:cubicBezTo>
                      <a:pt x="493" y="14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341;p28">
                <a:extLst>
                  <a:ext uri="{FF2B5EF4-FFF2-40B4-BE49-F238E27FC236}">
                    <a16:creationId xmlns:a16="http://schemas.microsoft.com/office/drawing/2014/main" id="{3A84B5BB-1BF8-C04B-43FC-A9835B39EBF1}"/>
                  </a:ext>
                </a:extLst>
              </p:cNvPr>
              <p:cNvSpPr/>
              <p:nvPr/>
            </p:nvSpPr>
            <p:spPr>
              <a:xfrm>
                <a:off x="5299099" y="1076981"/>
                <a:ext cx="43873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30" extrusionOk="0">
                    <a:moveTo>
                      <a:pt x="548" y="1"/>
                    </a:moveTo>
                    <a:cubicBezTo>
                      <a:pt x="548" y="1"/>
                      <a:pt x="39" y="148"/>
                      <a:pt x="0" y="520"/>
                    </a:cubicBezTo>
                    <a:cubicBezTo>
                      <a:pt x="45" y="526"/>
                      <a:pt x="87" y="529"/>
                      <a:pt x="126" y="529"/>
                    </a:cubicBezTo>
                    <a:cubicBezTo>
                      <a:pt x="412" y="529"/>
                      <a:pt x="548" y="376"/>
                      <a:pt x="548" y="376"/>
                    </a:cubicBezTo>
                    <a:lnTo>
                      <a:pt x="548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342;p28">
                <a:extLst>
                  <a:ext uri="{FF2B5EF4-FFF2-40B4-BE49-F238E27FC236}">
                    <a16:creationId xmlns:a16="http://schemas.microsoft.com/office/drawing/2014/main" id="{04A90A08-A156-E934-BF21-854CB11D4CFA}"/>
                  </a:ext>
                </a:extLst>
              </p:cNvPr>
              <p:cNvSpPr/>
              <p:nvPr/>
            </p:nvSpPr>
            <p:spPr>
              <a:xfrm>
                <a:off x="5335140" y="1053486"/>
                <a:ext cx="20618" cy="43793"/>
              </a:xfrm>
              <a:custGeom>
                <a:avLst/>
                <a:gdLst/>
                <a:ahLst/>
                <a:cxnLst/>
                <a:rect l="l" t="t" r="r" b="b"/>
                <a:pathLst>
                  <a:path w="258" h="548" extrusionOk="0">
                    <a:moveTo>
                      <a:pt x="1" y="0"/>
                    </a:moveTo>
                    <a:lnTo>
                      <a:pt x="30" y="548"/>
                    </a:lnTo>
                    <a:lnTo>
                      <a:pt x="257" y="2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1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343;p28">
                <a:extLst>
                  <a:ext uri="{FF2B5EF4-FFF2-40B4-BE49-F238E27FC236}">
                    <a16:creationId xmlns:a16="http://schemas.microsoft.com/office/drawing/2014/main" id="{B4250969-A664-0EAF-5DF8-E0EEC02262C9}"/>
                  </a:ext>
                </a:extLst>
              </p:cNvPr>
              <p:cNvSpPr/>
              <p:nvPr/>
            </p:nvSpPr>
            <p:spPr>
              <a:xfrm>
                <a:off x="5217906" y="946322"/>
                <a:ext cx="198509" cy="35003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438" extrusionOk="0">
                    <a:moveTo>
                      <a:pt x="1630" y="1"/>
                    </a:moveTo>
                    <a:cubicBezTo>
                      <a:pt x="1125" y="1"/>
                      <a:pt x="614" y="80"/>
                      <a:pt x="443" y="153"/>
                    </a:cubicBezTo>
                    <a:cubicBezTo>
                      <a:pt x="183" y="258"/>
                      <a:pt x="0" y="435"/>
                      <a:pt x="385" y="435"/>
                    </a:cubicBezTo>
                    <a:cubicBezTo>
                      <a:pt x="399" y="435"/>
                      <a:pt x="412" y="435"/>
                      <a:pt x="427" y="435"/>
                    </a:cubicBezTo>
                    <a:cubicBezTo>
                      <a:pt x="869" y="435"/>
                      <a:pt x="1497" y="181"/>
                      <a:pt x="1497" y="181"/>
                    </a:cubicBezTo>
                    <a:lnTo>
                      <a:pt x="1497" y="181"/>
                    </a:lnTo>
                    <a:cubicBezTo>
                      <a:pt x="1497" y="181"/>
                      <a:pt x="1257" y="435"/>
                      <a:pt x="1455" y="435"/>
                    </a:cubicBezTo>
                    <a:cubicBezTo>
                      <a:pt x="1477" y="436"/>
                      <a:pt x="1499" y="437"/>
                      <a:pt x="1522" y="437"/>
                    </a:cubicBezTo>
                    <a:cubicBezTo>
                      <a:pt x="1944" y="437"/>
                      <a:pt x="2483" y="114"/>
                      <a:pt x="2483" y="114"/>
                    </a:cubicBezTo>
                    <a:cubicBezTo>
                      <a:pt x="2258" y="32"/>
                      <a:pt x="1945" y="1"/>
                      <a:pt x="1630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8823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</a:rPr>
              <a:t>C</a:t>
            </a:r>
            <a:r>
              <a:rPr lang="en" dirty="0">
                <a:solidFill>
                  <a:schemeClr val="accent4"/>
                </a:solidFill>
              </a:rPr>
              <a:t>ontent </a:t>
            </a:r>
            <a:r>
              <a:rPr lang="en" dirty="0">
                <a:solidFill>
                  <a:schemeClr val="tx1"/>
                </a:solidFill>
              </a:rPr>
              <a:t>of session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78" name="Google Shape;3178;p26"/>
          <p:cNvSpPr txBox="1">
            <a:spLocks noGrp="1"/>
          </p:cNvSpPr>
          <p:nvPr>
            <p:ph type="title" idx="3"/>
          </p:nvPr>
        </p:nvSpPr>
        <p:spPr>
          <a:xfrm>
            <a:off x="4073722" y="1415991"/>
            <a:ext cx="679157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179" name="Google Shape;3179;p26"/>
          <p:cNvSpPr txBox="1">
            <a:spLocks noGrp="1"/>
          </p:cNvSpPr>
          <p:nvPr>
            <p:ph type="title" idx="4"/>
          </p:nvPr>
        </p:nvSpPr>
        <p:spPr>
          <a:xfrm>
            <a:off x="962526" y="1410692"/>
            <a:ext cx="679156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182" name="Google Shape;3182;p26"/>
          <p:cNvSpPr txBox="1">
            <a:spLocks noGrp="1"/>
          </p:cNvSpPr>
          <p:nvPr>
            <p:ph type="subTitle" idx="6"/>
          </p:nvPr>
        </p:nvSpPr>
        <p:spPr>
          <a:xfrm>
            <a:off x="658981" y="1907664"/>
            <a:ext cx="1778861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</a:rPr>
              <a:t>2D </a:t>
            </a:r>
            <a:r>
              <a:rPr lang="en-US" dirty="0">
                <a:solidFill>
                  <a:srgbClr val="FF247F"/>
                </a:solidFill>
              </a:rPr>
              <a:t>&amp;</a:t>
            </a:r>
            <a:r>
              <a:rPr lang="en-US" dirty="0">
                <a:solidFill>
                  <a:schemeClr val="tx1"/>
                </a:solidFill>
              </a:rPr>
              <a:t> 3D</a:t>
            </a:r>
          </a:p>
        </p:txBody>
      </p:sp>
      <p:sp>
        <p:nvSpPr>
          <p:cNvPr id="3183" name="Google Shape;3183;p26"/>
          <p:cNvSpPr txBox="1">
            <a:spLocks noGrp="1"/>
          </p:cNvSpPr>
          <p:nvPr>
            <p:ph type="subTitle" idx="7"/>
          </p:nvPr>
        </p:nvSpPr>
        <p:spPr>
          <a:xfrm>
            <a:off x="3813828" y="1903152"/>
            <a:ext cx="2660322" cy="8512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Dive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into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>
                <a:solidFill>
                  <a:srgbClr val="FF247F"/>
                </a:solidFill>
              </a:rPr>
              <a:t>3D </a:t>
            </a:r>
            <a:r>
              <a:rPr lang="en-US" dirty="0">
                <a:solidFill>
                  <a:schemeClr val="tx1"/>
                </a:solidFill>
              </a:rPr>
              <a:t>world</a:t>
            </a:r>
          </a:p>
        </p:txBody>
      </p:sp>
      <p:grpSp>
        <p:nvGrpSpPr>
          <p:cNvPr id="3185" name="Google Shape;3185;p26"/>
          <p:cNvGrpSpPr/>
          <p:nvPr/>
        </p:nvGrpSpPr>
        <p:grpSpPr>
          <a:xfrm>
            <a:off x="6462697" y="1384236"/>
            <a:ext cx="2150522" cy="1579579"/>
            <a:chOff x="296117" y="2376907"/>
            <a:chExt cx="715672" cy="525668"/>
          </a:xfrm>
        </p:grpSpPr>
        <p:sp>
          <p:nvSpPr>
            <p:cNvPr id="3186" name="Google Shape;3186;p26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6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6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6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6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6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6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6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6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5" name="Google Shape;3195;p26"/>
          <p:cNvGrpSpPr/>
          <p:nvPr/>
        </p:nvGrpSpPr>
        <p:grpSpPr>
          <a:xfrm>
            <a:off x="6706159" y="1588000"/>
            <a:ext cx="1663577" cy="1780752"/>
            <a:chOff x="5415187" y="3687810"/>
            <a:chExt cx="909904" cy="973993"/>
          </a:xfrm>
        </p:grpSpPr>
        <p:sp>
          <p:nvSpPr>
            <p:cNvPr id="3196" name="Google Shape;3196;p26"/>
            <p:cNvSpPr/>
            <p:nvPr/>
          </p:nvSpPr>
          <p:spPr>
            <a:xfrm>
              <a:off x="6065686" y="3969905"/>
              <a:ext cx="102531" cy="124827"/>
            </a:xfrm>
            <a:custGeom>
              <a:avLst/>
              <a:gdLst/>
              <a:ahLst/>
              <a:cxnLst/>
              <a:rect l="l" t="t" r="r" b="b"/>
              <a:pathLst>
                <a:path w="1283" h="1562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308" y="786"/>
                    <a:pt x="401" y="1376"/>
                  </a:cubicBezTo>
                  <a:lnTo>
                    <a:pt x="1282" y="1562"/>
                  </a:lnTo>
                  <a:cubicBezTo>
                    <a:pt x="1282" y="1562"/>
                    <a:pt x="1164" y="706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6"/>
            <p:cNvSpPr/>
            <p:nvPr/>
          </p:nvSpPr>
          <p:spPr>
            <a:xfrm>
              <a:off x="6065686" y="3971024"/>
              <a:ext cx="81274" cy="119393"/>
            </a:xfrm>
            <a:custGeom>
              <a:avLst/>
              <a:gdLst/>
              <a:ahLst/>
              <a:cxnLst/>
              <a:rect l="l" t="t" r="r" b="b"/>
              <a:pathLst>
                <a:path w="1017" h="1494" extrusionOk="0">
                  <a:moveTo>
                    <a:pt x="577" y="0"/>
                  </a:moveTo>
                  <a:cubicBezTo>
                    <a:pt x="257" y="68"/>
                    <a:pt x="1" y="292"/>
                    <a:pt x="1" y="292"/>
                  </a:cubicBezTo>
                  <a:cubicBezTo>
                    <a:pt x="1" y="292"/>
                    <a:pt x="308" y="772"/>
                    <a:pt x="401" y="1362"/>
                  </a:cubicBezTo>
                  <a:cubicBezTo>
                    <a:pt x="683" y="1413"/>
                    <a:pt x="882" y="1467"/>
                    <a:pt x="1016" y="1493"/>
                  </a:cubicBezTo>
                  <a:cubicBezTo>
                    <a:pt x="962" y="1000"/>
                    <a:pt x="738" y="372"/>
                    <a:pt x="577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6"/>
            <p:cNvSpPr/>
            <p:nvPr/>
          </p:nvSpPr>
          <p:spPr>
            <a:xfrm>
              <a:off x="6041393" y="4106398"/>
              <a:ext cx="283698" cy="346831"/>
            </a:xfrm>
            <a:custGeom>
              <a:avLst/>
              <a:gdLst/>
              <a:ahLst/>
              <a:cxnLst/>
              <a:rect l="l" t="t" r="r" b="b"/>
              <a:pathLst>
                <a:path w="3550" h="4340" extrusionOk="0">
                  <a:moveTo>
                    <a:pt x="1817" y="0"/>
                  </a:moveTo>
                  <a:cubicBezTo>
                    <a:pt x="885" y="0"/>
                    <a:pt x="93" y="924"/>
                    <a:pt x="52" y="2109"/>
                  </a:cubicBezTo>
                  <a:cubicBezTo>
                    <a:pt x="0" y="3310"/>
                    <a:pt x="747" y="4313"/>
                    <a:pt x="1695" y="4339"/>
                  </a:cubicBezTo>
                  <a:cubicBezTo>
                    <a:pt x="1715" y="4339"/>
                    <a:pt x="1736" y="4340"/>
                    <a:pt x="1756" y="4340"/>
                  </a:cubicBezTo>
                  <a:cubicBezTo>
                    <a:pt x="2690" y="4340"/>
                    <a:pt x="3471" y="3407"/>
                    <a:pt x="3508" y="2243"/>
                  </a:cubicBezTo>
                  <a:cubicBezTo>
                    <a:pt x="3550" y="1042"/>
                    <a:pt x="2816" y="39"/>
                    <a:pt x="1855" y="1"/>
                  </a:cubicBezTo>
                  <a:cubicBezTo>
                    <a:pt x="1842" y="1"/>
                    <a:pt x="1830" y="0"/>
                    <a:pt x="181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6"/>
            <p:cNvSpPr/>
            <p:nvPr/>
          </p:nvSpPr>
          <p:spPr>
            <a:xfrm>
              <a:off x="6160704" y="4106398"/>
              <a:ext cx="164385" cy="346831"/>
            </a:xfrm>
            <a:custGeom>
              <a:avLst/>
              <a:gdLst/>
              <a:ahLst/>
              <a:cxnLst/>
              <a:rect l="l" t="t" r="r" b="b"/>
              <a:pathLst>
                <a:path w="2057" h="4340" extrusionOk="0">
                  <a:moveTo>
                    <a:pt x="362" y="1"/>
                  </a:moveTo>
                  <a:cubicBezTo>
                    <a:pt x="295" y="1"/>
                    <a:pt x="228" y="14"/>
                    <a:pt x="160" y="14"/>
                  </a:cubicBezTo>
                  <a:cubicBezTo>
                    <a:pt x="1003" y="174"/>
                    <a:pt x="1644" y="1122"/>
                    <a:pt x="1602" y="2231"/>
                  </a:cubicBezTo>
                  <a:cubicBezTo>
                    <a:pt x="1551" y="3339"/>
                    <a:pt x="856" y="4220"/>
                    <a:pt x="0" y="4326"/>
                  </a:cubicBezTo>
                  <a:cubicBezTo>
                    <a:pt x="68" y="4339"/>
                    <a:pt x="135" y="4339"/>
                    <a:pt x="202" y="4339"/>
                  </a:cubicBezTo>
                  <a:cubicBezTo>
                    <a:pt x="222" y="4339"/>
                    <a:pt x="243" y="4340"/>
                    <a:pt x="263" y="4340"/>
                  </a:cubicBezTo>
                  <a:cubicBezTo>
                    <a:pt x="1197" y="4340"/>
                    <a:pt x="1978" y="3407"/>
                    <a:pt x="2015" y="2243"/>
                  </a:cubicBezTo>
                  <a:cubicBezTo>
                    <a:pt x="2057" y="1042"/>
                    <a:pt x="1323" y="39"/>
                    <a:pt x="362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6"/>
            <p:cNvSpPr/>
            <p:nvPr/>
          </p:nvSpPr>
          <p:spPr>
            <a:xfrm>
              <a:off x="5890835" y="4042307"/>
              <a:ext cx="373363" cy="455755"/>
            </a:xfrm>
            <a:custGeom>
              <a:avLst/>
              <a:gdLst/>
              <a:ahLst/>
              <a:cxnLst/>
              <a:rect l="l" t="t" r="r" b="b"/>
              <a:pathLst>
                <a:path w="4672" h="5703" extrusionOk="0">
                  <a:moveTo>
                    <a:pt x="2365" y="0"/>
                  </a:moveTo>
                  <a:cubicBezTo>
                    <a:pt x="1132" y="0"/>
                    <a:pt x="105" y="1224"/>
                    <a:pt x="55" y="2764"/>
                  </a:cubicBezTo>
                  <a:cubicBezTo>
                    <a:pt x="1" y="4340"/>
                    <a:pt x="975" y="5663"/>
                    <a:pt x="2230" y="5701"/>
                  </a:cubicBezTo>
                  <a:cubicBezTo>
                    <a:pt x="2257" y="5702"/>
                    <a:pt x="2283" y="5703"/>
                    <a:pt x="2310" y="5703"/>
                  </a:cubicBezTo>
                  <a:cubicBezTo>
                    <a:pt x="3531" y="5703"/>
                    <a:pt x="4554" y="4479"/>
                    <a:pt x="4607" y="2940"/>
                  </a:cubicBezTo>
                  <a:cubicBezTo>
                    <a:pt x="4671" y="1364"/>
                    <a:pt x="3698" y="41"/>
                    <a:pt x="2445" y="2"/>
                  </a:cubicBezTo>
                  <a:cubicBezTo>
                    <a:pt x="2418" y="1"/>
                    <a:pt x="2391" y="0"/>
                    <a:pt x="236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6"/>
            <p:cNvSpPr/>
            <p:nvPr/>
          </p:nvSpPr>
          <p:spPr>
            <a:xfrm>
              <a:off x="5931271" y="4111752"/>
              <a:ext cx="228477" cy="326613"/>
            </a:xfrm>
            <a:custGeom>
              <a:avLst/>
              <a:gdLst/>
              <a:ahLst/>
              <a:cxnLst/>
              <a:rect l="l" t="t" r="r" b="b"/>
              <a:pathLst>
                <a:path w="2859" h="4087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cubicBezTo>
                    <a:pt x="1373" y="4086"/>
                    <a:pt x="1384" y="4086"/>
                    <a:pt x="1394" y="4086"/>
                  </a:cubicBezTo>
                  <a:cubicBezTo>
                    <a:pt x="2143" y="4086"/>
                    <a:pt x="2779" y="3202"/>
                    <a:pt x="2820" y="2096"/>
                  </a:cubicBezTo>
                  <a:cubicBezTo>
                    <a:pt x="2858" y="975"/>
                    <a:pt x="2272" y="40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6"/>
            <p:cNvSpPr/>
            <p:nvPr/>
          </p:nvSpPr>
          <p:spPr>
            <a:xfrm>
              <a:off x="5931271" y="4111752"/>
              <a:ext cx="171897" cy="326533"/>
            </a:xfrm>
            <a:custGeom>
              <a:avLst/>
              <a:gdLst/>
              <a:ahLst/>
              <a:cxnLst/>
              <a:rect l="l" t="t" r="r" b="b"/>
              <a:pathLst>
                <a:path w="2151" h="4086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lnTo>
                    <a:pt x="1497" y="4086"/>
                  </a:lnTo>
                  <a:cubicBezTo>
                    <a:pt x="1071" y="3724"/>
                    <a:pt x="789" y="3032"/>
                    <a:pt x="818" y="2257"/>
                  </a:cubicBezTo>
                  <a:cubicBezTo>
                    <a:pt x="856" y="1190"/>
                    <a:pt x="1442" y="334"/>
                    <a:pt x="2150" y="267"/>
                  </a:cubicBezTo>
                  <a:cubicBezTo>
                    <a:pt x="1965" y="107"/>
                    <a:pt x="1750" y="14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6"/>
            <p:cNvSpPr/>
            <p:nvPr/>
          </p:nvSpPr>
          <p:spPr>
            <a:xfrm>
              <a:off x="5890835" y="4220595"/>
              <a:ext cx="159111" cy="275307"/>
            </a:xfrm>
            <a:custGeom>
              <a:avLst/>
              <a:gdLst/>
              <a:ahLst/>
              <a:cxnLst/>
              <a:rect l="l" t="t" r="r" b="b"/>
              <a:pathLst>
                <a:path w="1991" h="3445" extrusionOk="0">
                  <a:moveTo>
                    <a:pt x="122" y="1"/>
                  </a:moveTo>
                  <a:cubicBezTo>
                    <a:pt x="81" y="174"/>
                    <a:pt x="68" y="347"/>
                    <a:pt x="55" y="533"/>
                  </a:cubicBezTo>
                  <a:cubicBezTo>
                    <a:pt x="1" y="2016"/>
                    <a:pt x="843" y="3256"/>
                    <a:pt x="1990" y="3445"/>
                  </a:cubicBezTo>
                  <a:cubicBezTo>
                    <a:pt x="1884" y="1695"/>
                    <a:pt x="802" y="561"/>
                    <a:pt x="12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6"/>
            <p:cNvSpPr/>
            <p:nvPr/>
          </p:nvSpPr>
          <p:spPr>
            <a:xfrm>
              <a:off x="5542170" y="4200536"/>
              <a:ext cx="493955" cy="409165"/>
            </a:xfrm>
            <a:custGeom>
              <a:avLst/>
              <a:gdLst/>
              <a:ahLst/>
              <a:cxnLst/>
              <a:rect l="l" t="t" r="r" b="b"/>
              <a:pathLst>
                <a:path w="6181" h="5120" extrusionOk="0">
                  <a:moveTo>
                    <a:pt x="2285" y="0"/>
                  </a:moveTo>
                  <a:cubicBezTo>
                    <a:pt x="1678" y="0"/>
                    <a:pt x="1134" y="210"/>
                    <a:pt x="773" y="639"/>
                  </a:cubicBezTo>
                  <a:cubicBezTo>
                    <a:pt x="0" y="1572"/>
                    <a:pt x="414" y="3186"/>
                    <a:pt x="1682" y="4256"/>
                  </a:cubicBezTo>
                  <a:cubicBezTo>
                    <a:pt x="2377" y="4827"/>
                    <a:pt x="3184" y="5120"/>
                    <a:pt x="3901" y="5120"/>
                  </a:cubicBezTo>
                  <a:cubicBezTo>
                    <a:pt x="4508" y="5120"/>
                    <a:pt x="5050" y="4911"/>
                    <a:pt x="5405" y="4484"/>
                  </a:cubicBezTo>
                  <a:cubicBezTo>
                    <a:pt x="6180" y="3548"/>
                    <a:pt x="5767" y="1921"/>
                    <a:pt x="4498" y="864"/>
                  </a:cubicBezTo>
                  <a:cubicBezTo>
                    <a:pt x="3805" y="293"/>
                    <a:pt x="3001" y="0"/>
                    <a:pt x="228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6"/>
            <p:cNvSpPr/>
            <p:nvPr/>
          </p:nvSpPr>
          <p:spPr>
            <a:xfrm>
              <a:off x="5577252" y="4338228"/>
              <a:ext cx="338280" cy="270912"/>
            </a:xfrm>
            <a:custGeom>
              <a:avLst/>
              <a:gdLst/>
              <a:ahLst/>
              <a:cxnLst/>
              <a:rect l="l" t="t" r="r" b="b"/>
              <a:pathLst>
                <a:path w="4233" h="3390" extrusionOk="0">
                  <a:moveTo>
                    <a:pt x="1236" y="0"/>
                  </a:moveTo>
                  <a:cubicBezTo>
                    <a:pt x="761" y="0"/>
                    <a:pt x="336" y="165"/>
                    <a:pt x="55" y="502"/>
                  </a:cubicBezTo>
                  <a:cubicBezTo>
                    <a:pt x="42" y="518"/>
                    <a:pt x="13" y="544"/>
                    <a:pt x="0" y="569"/>
                  </a:cubicBezTo>
                  <a:cubicBezTo>
                    <a:pt x="148" y="1252"/>
                    <a:pt x="574" y="1973"/>
                    <a:pt x="1243" y="2533"/>
                  </a:cubicBezTo>
                  <a:cubicBezTo>
                    <a:pt x="1930" y="3105"/>
                    <a:pt x="2732" y="3390"/>
                    <a:pt x="3450" y="3390"/>
                  </a:cubicBezTo>
                  <a:cubicBezTo>
                    <a:pt x="3552" y="3390"/>
                    <a:pt x="3653" y="3384"/>
                    <a:pt x="3752" y="3372"/>
                  </a:cubicBezTo>
                  <a:cubicBezTo>
                    <a:pt x="4232" y="2639"/>
                    <a:pt x="3899" y="1450"/>
                    <a:pt x="2964" y="678"/>
                  </a:cubicBezTo>
                  <a:cubicBezTo>
                    <a:pt x="2423" y="229"/>
                    <a:pt x="1795" y="0"/>
                    <a:pt x="123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6"/>
            <p:cNvSpPr/>
            <p:nvPr/>
          </p:nvSpPr>
          <p:spPr>
            <a:xfrm>
              <a:off x="5578291" y="4200536"/>
              <a:ext cx="457833" cy="371125"/>
            </a:xfrm>
            <a:custGeom>
              <a:avLst/>
              <a:gdLst/>
              <a:ahLst/>
              <a:cxnLst/>
              <a:rect l="l" t="t" r="r" b="b"/>
              <a:pathLst>
                <a:path w="5729" h="4644" extrusionOk="0">
                  <a:moveTo>
                    <a:pt x="1833" y="0"/>
                  </a:moveTo>
                  <a:cubicBezTo>
                    <a:pt x="1226" y="0"/>
                    <a:pt x="682" y="210"/>
                    <a:pt x="321" y="639"/>
                  </a:cubicBezTo>
                  <a:cubicBezTo>
                    <a:pt x="173" y="825"/>
                    <a:pt x="67" y="1040"/>
                    <a:pt x="0" y="1264"/>
                  </a:cubicBezTo>
                  <a:cubicBezTo>
                    <a:pt x="351" y="948"/>
                    <a:pt x="828" y="792"/>
                    <a:pt x="1353" y="792"/>
                  </a:cubicBezTo>
                  <a:cubicBezTo>
                    <a:pt x="2068" y="792"/>
                    <a:pt x="2873" y="1082"/>
                    <a:pt x="3566" y="1652"/>
                  </a:cubicBezTo>
                  <a:cubicBezTo>
                    <a:pt x="4578" y="2507"/>
                    <a:pt x="5046" y="3721"/>
                    <a:pt x="4793" y="4644"/>
                  </a:cubicBezTo>
                  <a:lnTo>
                    <a:pt x="4953" y="4484"/>
                  </a:lnTo>
                  <a:cubicBezTo>
                    <a:pt x="5728" y="3548"/>
                    <a:pt x="5315" y="1921"/>
                    <a:pt x="4046" y="864"/>
                  </a:cubicBezTo>
                  <a:cubicBezTo>
                    <a:pt x="3353" y="293"/>
                    <a:pt x="2549" y="0"/>
                    <a:pt x="18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6"/>
            <p:cNvSpPr/>
            <p:nvPr/>
          </p:nvSpPr>
          <p:spPr>
            <a:xfrm>
              <a:off x="5579250" y="4200616"/>
              <a:ext cx="386469" cy="180688"/>
            </a:xfrm>
            <a:custGeom>
              <a:avLst/>
              <a:gdLst/>
              <a:ahLst/>
              <a:cxnLst/>
              <a:rect l="l" t="t" r="r" b="b"/>
              <a:pathLst>
                <a:path w="4836" h="2261" extrusionOk="0">
                  <a:moveTo>
                    <a:pt x="1813" y="1"/>
                  </a:moveTo>
                  <a:cubicBezTo>
                    <a:pt x="1207" y="1"/>
                    <a:pt x="666" y="210"/>
                    <a:pt x="309" y="638"/>
                  </a:cubicBezTo>
                  <a:cubicBezTo>
                    <a:pt x="161" y="824"/>
                    <a:pt x="55" y="1023"/>
                    <a:pt x="1" y="1250"/>
                  </a:cubicBezTo>
                  <a:cubicBezTo>
                    <a:pt x="522" y="789"/>
                    <a:pt x="1022" y="639"/>
                    <a:pt x="1498" y="639"/>
                  </a:cubicBezTo>
                  <a:cubicBezTo>
                    <a:pt x="2097" y="639"/>
                    <a:pt x="2658" y="875"/>
                    <a:pt x="3179" y="1023"/>
                  </a:cubicBezTo>
                  <a:cubicBezTo>
                    <a:pt x="4057" y="1289"/>
                    <a:pt x="4383" y="2261"/>
                    <a:pt x="4584" y="2261"/>
                  </a:cubicBezTo>
                  <a:cubicBezTo>
                    <a:pt x="4606" y="2261"/>
                    <a:pt x="4627" y="2249"/>
                    <a:pt x="4646" y="2224"/>
                  </a:cubicBezTo>
                  <a:cubicBezTo>
                    <a:pt x="4835" y="1971"/>
                    <a:pt x="3967" y="1077"/>
                    <a:pt x="3512" y="824"/>
                  </a:cubicBezTo>
                  <a:cubicBezTo>
                    <a:pt x="3073" y="571"/>
                    <a:pt x="3044" y="264"/>
                    <a:pt x="3044" y="264"/>
                  </a:cubicBezTo>
                  <a:cubicBezTo>
                    <a:pt x="2629" y="89"/>
                    <a:pt x="2207" y="1"/>
                    <a:pt x="1813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6"/>
            <p:cNvSpPr/>
            <p:nvPr/>
          </p:nvSpPr>
          <p:spPr>
            <a:xfrm>
              <a:off x="5534498" y="4199098"/>
              <a:ext cx="181567" cy="230475"/>
            </a:xfrm>
            <a:custGeom>
              <a:avLst/>
              <a:gdLst/>
              <a:ahLst/>
              <a:cxnLst/>
              <a:rect l="l" t="t" r="r" b="b"/>
              <a:pathLst>
                <a:path w="2272" h="2884" extrusionOk="0">
                  <a:moveTo>
                    <a:pt x="923" y="1"/>
                  </a:moveTo>
                  <a:lnTo>
                    <a:pt x="0" y="577"/>
                  </a:lnTo>
                  <a:lnTo>
                    <a:pt x="430" y="1538"/>
                  </a:lnTo>
                  <a:cubicBezTo>
                    <a:pt x="430" y="1538"/>
                    <a:pt x="375" y="2192"/>
                    <a:pt x="737" y="2884"/>
                  </a:cubicBezTo>
                  <a:lnTo>
                    <a:pt x="2272" y="2458"/>
                  </a:lnTo>
                  <a:cubicBezTo>
                    <a:pt x="2272" y="2458"/>
                    <a:pt x="2124" y="1939"/>
                    <a:pt x="1458" y="1551"/>
                  </a:cubicBezTo>
                  <a:cubicBezTo>
                    <a:pt x="1058" y="629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6"/>
            <p:cNvSpPr/>
            <p:nvPr/>
          </p:nvSpPr>
          <p:spPr>
            <a:xfrm>
              <a:off x="5593395" y="4199098"/>
              <a:ext cx="122670" cy="208258"/>
            </a:xfrm>
            <a:custGeom>
              <a:avLst/>
              <a:gdLst/>
              <a:ahLst/>
              <a:cxnLst/>
              <a:rect l="l" t="t" r="r" b="b"/>
              <a:pathLst>
                <a:path w="1535" h="2606" extrusionOk="0">
                  <a:moveTo>
                    <a:pt x="186" y="1"/>
                  </a:moveTo>
                  <a:lnTo>
                    <a:pt x="0" y="110"/>
                  </a:lnTo>
                  <a:cubicBezTo>
                    <a:pt x="13" y="443"/>
                    <a:pt x="93" y="1096"/>
                    <a:pt x="426" y="1779"/>
                  </a:cubicBezTo>
                  <a:cubicBezTo>
                    <a:pt x="599" y="2125"/>
                    <a:pt x="801" y="2390"/>
                    <a:pt x="987" y="2605"/>
                  </a:cubicBezTo>
                  <a:lnTo>
                    <a:pt x="1535" y="2458"/>
                  </a:lnTo>
                  <a:cubicBezTo>
                    <a:pt x="1535" y="2458"/>
                    <a:pt x="1387" y="1939"/>
                    <a:pt x="721" y="1551"/>
                  </a:cubicBezTo>
                  <a:cubicBezTo>
                    <a:pt x="321" y="629"/>
                    <a:pt x="186" y="1"/>
                    <a:pt x="186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6"/>
            <p:cNvSpPr/>
            <p:nvPr/>
          </p:nvSpPr>
          <p:spPr>
            <a:xfrm>
              <a:off x="5559032" y="4349336"/>
              <a:ext cx="318062" cy="291450"/>
            </a:xfrm>
            <a:custGeom>
              <a:avLst/>
              <a:gdLst/>
              <a:ahLst/>
              <a:cxnLst/>
              <a:rect l="l" t="t" r="r" b="b"/>
              <a:pathLst>
                <a:path w="3980" h="3647" extrusionOk="0">
                  <a:moveTo>
                    <a:pt x="1052" y="0"/>
                  </a:moveTo>
                  <a:cubicBezTo>
                    <a:pt x="838" y="0"/>
                    <a:pt x="647" y="50"/>
                    <a:pt x="494" y="152"/>
                  </a:cubicBezTo>
                  <a:cubicBezTo>
                    <a:pt x="203" y="312"/>
                    <a:pt x="1" y="699"/>
                    <a:pt x="1" y="699"/>
                  </a:cubicBezTo>
                  <a:cubicBezTo>
                    <a:pt x="1" y="699"/>
                    <a:pt x="55" y="780"/>
                    <a:pt x="148" y="911"/>
                  </a:cubicBezTo>
                  <a:cubicBezTo>
                    <a:pt x="174" y="1446"/>
                    <a:pt x="523" y="2099"/>
                    <a:pt x="1109" y="2647"/>
                  </a:cubicBezTo>
                  <a:cubicBezTo>
                    <a:pt x="1699" y="3183"/>
                    <a:pt x="2362" y="3474"/>
                    <a:pt x="2892" y="3474"/>
                  </a:cubicBezTo>
                  <a:cubicBezTo>
                    <a:pt x="2903" y="3474"/>
                    <a:pt x="2914" y="3474"/>
                    <a:pt x="2926" y="3474"/>
                  </a:cubicBezTo>
                  <a:cubicBezTo>
                    <a:pt x="3019" y="3528"/>
                    <a:pt x="3099" y="3595"/>
                    <a:pt x="3192" y="3647"/>
                  </a:cubicBezTo>
                  <a:cubicBezTo>
                    <a:pt x="3365" y="3487"/>
                    <a:pt x="3512" y="3275"/>
                    <a:pt x="3592" y="3166"/>
                  </a:cubicBezTo>
                  <a:cubicBezTo>
                    <a:pt x="3605" y="3153"/>
                    <a:pt x="3618" y="3128"/>
                    <a:pt x="3647" y="3102"/>
                  </a:cubicBezTo>
                  <a:cubicBezTo>
                    <a:pt x="3980" y="2554"/>
                    <a:pt x="3618" y="1580"/>
                    <a:pt x="2804" y="818"/>
                  </a:cubicBezTo>
                  <a:cubicBezTo>
                    <a:pt x="2228" y="290"/>
                    <a:pt x="1572" y="0"/>
                    <a:pt x="1052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6"/>
            <p:cNvSpPr/>
            <p:nvPr/>
          </p:nvSpPr>
          <p:spPr>
            <a:xfrm>
              <a:off x="5521712" y="4384178"/>
              <a:ext cx="329809" cy="277625"/>
            </a:xfrm>
            <a:custGeom>
              <a:avLst/>
              <a:gdLst/>
              <a:ahLst/>
              <a:cxnLst/>
              <a:rect l="l" t="t" r="r" b="b"/>
              <a:pathLst>
                <a:path w="4127" h="3474" extrusionOk="0">
                  <a:moveTo>
                    <a:pt x="1154" y="0"/>
                  </a:moveTo>
                  <a:cubicBezTo>
                    <a:pt x="872" y="0"/>
                    <a:pt x="632" y="85"/>
                    <a:pt x="468" y="263"/>
                  </a:cubicBezTo>
                  <a:cubicBezTo>
                    <a:pt x="0" y="770"/>
                    <a:pt x="337" y="1836"/>
                    <a:pt x="1218" y="2650"/>
                  </a:cubicBezTo>
                  <a:cubicBezTo>
                    <a:pt x="1790" y="3181"/>
                    <a:pt x="2452" y="3474"/>
                    <a:pt x="2974" y="3474"/>
                  </a:cubicBezTo>
                  <a:cubicBezTo>
                    <a:pt x="3255" y="3474"/>
                    <a:pt x="3495" y="3389"/>
                    <a:pt x="3659" y="3211"/>
                  </a:cubicBezTo>
                  <a:cubicBezTo>
                    <a:pt x="4126" y="2705"/>
                    <a:pt x="3793" y="1638"/>
                    <a:pt x="2912" y="824"/>
                  </a:cubicBezTo>
                  <a:cubicBezTo>
                    <a:pt x="2340" y="293"/>
                    <a:pt x="1676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6"/>
            <p:cNvSpPr/>
            <p:nvPr/>
          </p:nvSpPr>
          <p:spPr>
            <a:xfrm>
              <a:off x="6065686" y="3969905"/>
              <a:ext cx="89665" cy="56500"/>
            </a:xfrm>
            <a:custGeom>
              <a:avLst/>
              <a:gdLst/>
              <a:ahLst/>
              <a:cxnLst/>
              <a:rect l="l" t="t" r="r" b="b"/>
              <a:pathLst>
                <a:path w="1122" h="707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97" y="440"/>
                    <a:pt x="190" y="668"/>
                  </a:cubicBezTo>
                  <a:cubicBezTo>
                    <a:pt x="308" y="656"/>
                    <a:pt x="450" y="647"/>
                    <a:pt x="596" y="647"/>
                  </a:cubicBezTo>
                  <a:cubicBezTo>
                    <a:pt x="779" y="647"/>
                    <a:pt x="967" y="662"/>
                    <a:pt x="1122" y="706"/>
                  </a:cubicBezTo>
                  <a:cubicBezTo>
                    <a:pt x="1071" y="482"/>
                    <a:pt x="1016" y="242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6"/>
            <p:cNvSpPr/>
            <p:nvPr/>
          </p:nvSpPr>
          <p:spPr>
            <a:xfrm>
              <a:off x="5557034" y="4424135"/>
              <a:ext cx="247657" cy="206980"/>
            </a:xfrm>
            <a:custGeom>
              <a:avLst/>
              <a:gdLst/>
              <a:ahLst/>
              <a:cxnLst/>
              <a:rect l="l" t="t" r="r" b="b"/>
              <a:pathLst>
                <a:path w="3099" h="2590" extrusionOk="0">
                  <a:moveTo>
                    <a:pt x="756" y="0"/>
                  </a:moveTo>
                  <a:cubicBezTo>
                    <a:pt x="575" y="0"/>
                    <a:pt x="423" y="53"/>
                    <a:pt x="321" y="164"/>
                  </a:cubicBezTo>
                  <a:cubicBezTo>
                    <a:pt x="0" y="523"/>
                    <a:pt x="295" y="1311"/>
                    <a:pt x="961" y="1926"/>
                  </a:cubicBezTo>
                  <a:cubicBezTo>
                    <a:pt x="1421" y="2349"/>
                    <a:pt x="1937" y="2590"/>
                    <a:pt x="2326" y="2590"/>
                  </a:cubicBezTo>
                  <a:cubicBezTo>
                    <a:pt x="2512" y="2590"/>
                    <a:pt x="2669" y="2535"/>
                    <a:pt x="2778" y="2419"/>
                  </a:cubicBezTo>
                  <a:cubicBezTo>
                    <a:pt x="3098" y="2070"/>
                    <a:pt x="2803" y="1285"/>
                    <a:pt x="2137" y="670"/>
                  </a:cubicBezTo>
                  <a:cubicBezTo>
                    <a:pt x="1672" y="242"/>
                    <a:pt x="1146" y="0"/>
                    <a:pt x="7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6"/>
            <p:cNvSpPr/>
            <p:nvPr/>
          </p:nvSpPr>
          <p:spPr>
            <a:xfrm>
              <a:off x="5534498" y="4199098"/>
              <a:ext cx="88626" cy="88706"/>
            </a:xfrm>
            <a:custGeom>
              <a:avLst/>
              <a:gdLst/>
              <a:ahLst/>
              <a:cxnLst/>
              <a:rect l="l" t="t" r="r" b="b"/>
              <a:pathLst>
                <a:path w="1109" h="1110" extrusionOk="0">
                  <a:moveTo>
                    <a:pt x="923" y="1"/>
                  </a:moveTo>
                  <a:lnTo>
                    <a:pt x="0" y="577"/>
                  </a:lnTo>
                  <a:lnTo>
                    <a:pt x="241" y="1109"/>
                  </a:lnTo>
                  <a:lnTo>
                    <a:pt x="869" y="962"/>
                  </a:lnTo>
                  <a:lnTo>
                    <a:pt x="1096" y="629"/>
                  </a:lnTo>
                  <a:lnTo>
                    <a:pt x="1109" y="629"/>
                  </a:lnTo>
                  <a:cubicBezTo>
                    <a:pt x="977" y="228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6"/>
            <p:cNvSpPr/>
            <p:nvPr/>
          </p:nvSpPr>
          <p:spPr>
            <a:xfrm>
              <a:off x="5656687" y="3723291"/>
              <a:ext cx="440092" cy="289292"/>
            </a:xfrm>
            <a:custGeom>
              <a:avLst/>
              <a:gdLst/>
              <a:ahLst/>
              <a:cxnLst/>
              <a:rect l="l" t="t" r="r" b="b"/>
              <a:pathLst>
                <a:path w="5507" h="3620" extrusionOk="0">
                  <a:moveTo>
                    <a:pt x="2205" y="0"/>
                  </a:moveTo>
                  <a:cubicBezTo>
                    <a:pt x="987" y="0"/>
                    <a:pt x="1" y="981"/>
                    <a:pt x="140" y="1271"/>
                  </a:cubicBezTo>
                  <a:cubicBezTo>
                    <a:pt x="747" y="977"/>
                    <a:pt x="1286" y="856"/>
                    <a:pt x="1764" y="856"/>
                  </a:cubicBezTo>
                  <a:cubicBezTo>
                    <a:pt x="4044" y="856"/>
                    <a:pt x="4920" y="3619"/>
                    <a:pt x="4920" y="3619"/>
                  </a:cubicBezTo>
                  <a:lnTo>
                    <a:pt x="5506" y="3446"/>
                  </a:lnTo>
                  <a:cubicBezTo>
                    <a:pt x="5481" y="2245"/>
                    <a:pt x="4225" y="445"/>
                    <a:pt x="2758" y="70"/>
                  </a:cubicBezTo>
                  <a:cubicBezTo>
                    <a:pt x="2570" y="21"/>
                    <a:pt x="2385" y="0"/>
                    <a:pt x="220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6"/>
            <p:cNvSpPr/>
            <p:nvPr/>
          </p:nvSpPr>
          <p:spPr>
            <a:xfrm>
              <a:off x="5415187" y="3687810"/>
              <a:ext cx="760711" cy="560524"/>
            </a:xfrm>
            <a:custGeom>
              <a:avLst/>
              <a:gdLst/>
              <a:ahLst/>
              <a:cxnLst/>
              <a:rect l="l" t="t" r="r" b="b"/>
              <a:pathLst>
                <a:path w="9519" h="7014" extrusionOk="0">
                  <a:moveTo>
                    <a:pt x="5279" y="0"/>
                  </a:moveTo>
                  <a:cubicBezTo>
                    <a:pt x="4989" y="0"/>
                    <a:pt x="4684" y="39"/>
                    <a:pt x="4364" y="126"/>
                  </a:cubicBezTo>
                  <a:cubicBezTo>
                    <a:pt x="3403" y="488"/>
                    <a:pt x="1" y="1715"/>
                    <a:pt x="2243" y="7014"/>
                  </a:cubicBezTo>
                  <a:lnTo>
                    <a:pt x="2669" y="6588"/>
                  </a:lnTo>
                  <a:cubicBezTo>
                    <a:pt x="2669" y="6588"/>
                    <a:pt x="962" y="1981"/>
                    <a:pt x="4671" y="821"/>
                  </a:cubicBezTo>
                  <a:cubicBezTo>
                    <a:pt x="4874" y="757"/>
                    <a:pt x="5074" y="728"/>
                    <a:pt x="5271" y="728"/>
                  </a:cubicBezTo>
                  <a:cubicBezTo>
                    <a:pt x="6831" y="728"/>
                    <a:pt x="8138" y="2598"/>
                    <a:pt x="8528" y="3890"/>
                  </a:cubicBezTo>
                  <a:lnTo>
                    <a:pt x="9518" y="3772"/>
                  </a:lnTo>
                  <a:cubicBezTo>
                    <a:pt x="9518" y="3772"/>
                    <a:pt x="8120" y="0"/>
                    <a:pt x="527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6"/>
            <p:cNvSpPr/>
            <p:nvPr/>
          </p:nvSpPr>
          <p:spPr>
            <a:xfrm>
              <a:off x="5437483" y="3697879"/>
              <a:ext cx="326453" cy="575068"/>
            </a:xfrm>
            <a:custGeom>
              <a:avLst/>
              <a:gdLst/>
              <a:ahLst/>
              <a:cxnLst/>
              <a:rect l="l" t="t" r="r" b="b"/>
              <a:pathLst>
                <a:path w="4085" h="7196" extrusionOk="0">
                  <a:moveTo>
                    <a:pt x="4085" y="0"/>
                  </a:moveTo>
                  <a:lnTo>
                    <a:pt x="4085" y="0"/>
                  </a:lnTo>
                  <a:cubicBezTo>
                    <a:pt x="2723" y="426"/>
                    <a:pt x="775" y="814"/>
                    <a:pt x="429" y="3950"/>
                  </a:cubicBezTo>
                  <a:cubicBezTo>
                    <a:pt x="215" y="5459"/>
                    <a:pt x="910" y="7195"/>
                    <a:pt x="910" y="7195"/>
                  </a:cubicBezTo>
                  <a:lnTo>
                    <a:pt x="1964" y="6888"/>
                  </a:lnTo>
                  <a:cubicBezTo>
                    <a:pt x="1964" y="6888"/>
                    <a:pt x="0" y="1708"/>
                    <a:pt x="4085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6"/>
            <p:cNvSpPr/>
            <p:nvPr/>
          </p:nvSpPr>
          <p:spPr>
            <a:xfrm>
              <a:off x="6070082" y="4042467"/>
              <a:ext cx="181327" cy="338920"/>
            </a:xfrm>
            <a:custGeom>
              <a:avLst/>
              <a:gdLst/>
              <a:ahLst/>
              <a:cxnLst/>
              <a:rect l="l" t="t" r="r" b="b"/>
              <a:pathLst>
                <a:path w="2269" h="4241" extrusionOk="0">
                  <a:moveTo>
                    <a:pt x="0" y="0"/>
                  </a:moveTo>
                  <a:cubicBezTo>
                    <a:pt x="26" y="26"/>
                    <a:pt x="1842" y="1189"/>
                    <a:pt x="1307" y="3751"/>
                  </a:cubicBezTo>
                  <a:cubicBezTo>
                    <a:pt x="1135" y="4088"/>
                    <a:pt x="1164" y="4241"/>
                    <a:pt x="1270" y="4241"/>
                  </a:cubicBezTo>
                  <a:cubicBezTo>
                    <a:pt x="1450" y="4241"/>
                    <a:pt x="1852" y="3801"/>
                    <a:pt x="1868" y="3069"/>
                  </a:cubicBezTo>
                  <a:cubicBezTo>
                    <a:pt x="1891" y="2314"/>
                    <a:pt x="2064" y="1925"/>
                    <a:pt x="2187" y="1925"/>
                  </a:cubicBezTo>
                  <a:cubicBezTo>
                    <a:pt x="2218" y="1925"/>
                    <a:pt x="2247" y="1951"/>
                    <a:pt x="2268" y="2002"/>
                  </a:cubicBezTo>
                  <a:cubicBezTo>
                    <a:pt x="2002" y="868"/>
                    <a:pt x="1189" y="39"/>
                    <a:pt x="202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6"/>
            <p:cNvSpPr/>
            <p:nvPr/>
          </p:nvSpPr>
          <p:spPr>
            <a:xfrm>
              <a:off x="6256681" y="4224670"/>
              <a:ext cx="80" cy="2397"/>
            </a:xfrm>
            <a:custGeom>
              <a:avLst/>
              <a:gdLst/>
              <a:ahLst/>
              <a:cxnLst/>
              <a:rect l="l" t="t" r="r" b="b"/>
              <a:pathLst>
                <a:path w="1" h="30" extrusionOk="0">
                  <a:moveTo>
                    <a:pt x="1" y="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6"/>
            <p:cNvSpPr/>
            <p:nvPr/>
          </p:nvSpPr>
          <p:spPr>
            <a:xfrm>
              <a:off x="5454584" y="3811996"/>
              <a:ext cx="114278" cy="460950"/>
            </a:xfrm>
            <a:custGeom>
              <a:avLst/>
              <a:gdLst/>
              <a:ahLst/>
              <a:cxnLst/>
              <a:rect l="l" t="t" r="r" b="b"/>
              <a:pathLst>
                <a:path w="1430" h="5768" extrusionOk="0">
                  <a:moveTo>
                    <a:pt x="1177" y="1"/>
                  </a:moveTo>
                  <a:cubicBezTo>
                    <a:pt x="1176" y="1"/>
                    <a:pt x="1175" y="2"/>
                    <a:pt x="1175" y="3"/>
                  </a:cubicBezTo>
                  <a:lnTo>
                    <a:pt x="1175" y="3"/>
                  </a:lnTo>
                  <a:cubicBezTo>
                    <a:pt x="1175" y="2"/>
                    <a:pt x="1176" y="2"/>
                    <a:pt x="1177" y="1"/>
                  </a:cubicBezTo>
                  <a:close/>
                  <a:moveTo>
                    <a:pt x="1175" y="3"/>
                  </a:moveTo>
                  <a:lnTo>
                    <a:pt x="1175" y="3"/>
                  </a:lnTo>
                  <a:cubicBezTo>
                    <a:pt x="708" y="551"/>
                    <a:pt x="347" y="1338"/>
                    <a:pt x="215" y="2522"/>
                  </a:cubicBezTo>
                  <a:cubicBezTo>
                    <a:pt x="1" y="4031"/>
                    <a:pt x="696" y="5767"/>
                    <a:pt x="696" y="5767"/>
                  </a:cubicBezTo>
                  <a:lnTo>
                    <a:pt x="1430" y="5553"/>
                  </a:lnTo>
                  <a:cubicBezTo>
                    <a:pt x="1215" y="5072"/>
                    <a:pt x="856" y="4140"/>
                    <a:pt x="949" y="3339"/>
                  </a:cubicBezTo>
                  <a:cubicBezTo>
                    <a:pt x="1043" y="2537"/>
                    <a:pt x="962" y="2096"/>
                    <a:pt x="858" y="2096"/>
                  </a:cubicBezTo>
                  <a:cubicBezTo>
                    <a:pt x="817" y="2096"/>
                    <a:pt x="773" y="2166"/>
                    <a:pt x="734" y="2311"/>
                  </a:cubicBezTo>
                  <a:cubicBezTo>
                    <a:pt x="695" y="2464"/>
                    <a:pt x="655" y="2534"/>
                    <a:pt x="623" y="2534"/>
                  </a:cubicBezTo>
                  <a:cubicBezTo>
                    <a:pt x="547" y="2534"/>
                    <a:pt x="512" y="2141"/>
                    <a:pt x="616" y="1548"/>
                  </a:cubicBezTo>
                  <a:cubicBezTo>
                    <a:pt x="744" y="743"/>
                    <a:pt x="1139" y="50"/>
                    <a:pt x="1175" y="3"/>
                  </a:cubicBezTo>
                  <a:close/>
                </a:path>
              </a:pathLst>
            </a:custGeom>
            <a:solidFill>
              <a:srgbClr val="FFFFFF">
                <a:alpha val="48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1" name="Google Shape;3221;p26"/>
          <p:cNvGrpSpPr/>
          <p:nvPr/>
        </p:nvGrpSpPr>
        <p:grpSpPr>
          <a:xfrm>
            <a:off x="7051693" y="3586540"/>
            <a:ext cx="1129918" cy="278457"/>
            <a:chOff x="713231" y="815211"/>
            <a:chExt cx="894914" cy="220542"/>
          </a:xfrm>
        </p:grpSpPr>
        <p:sp>
          <p:nvSpPr>
            <p:cNvPr id="3222" name="Google Shape;3222;p26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6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6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179;p26">
            <a:extLst>
              <a:ext uri="{FF2B5EF4-FFF2-40B4-BE49-F238E27FC236}">
                <a16:creationId xmlns:a16="http://schemas.microsoft.com/office/drawing/2014/main" id="{CC1441A6-8F01-3834-E49B-860429E9425A}"/>
              </a:ext>
            </a:extLst>
          </p:cNvPr>
          <p:cNvSpPr txBox="1">
            <a:spLocks/>
          </p:cNvSpPr>
          <p:nvPr/>
        </p:nvSpPr>
        <p:spPr>
          <a:xfrm>
            <a:off x="962389" y="3245203"/>
            <a:ext cx="677702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 i="0" u="none" strike="noStrike" cap="non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3</a:t>
            </a:r>
          </a:p>
        </p:txBody>
      </p:sp>
      <p:sp>
        <p:nvSpPr>
          <p:cNvPr id="3" name="Google Shape;3182;p26">
            <a:extLst>
              <a:ext uri="{FF2B5EF4-FFF2-40B4-BE49-F238E27FC236}">
                <a16:creationId xmlns:a16="http://schemas.microsoft.com/office/drawing/2014/main" id="{318A8131-1D33-D784-462C-92D0C9475243}"/>
              </a:ext>
            </a:extLst>
          </p:cNvPr>
          <p:cNvSpPr txBox="1">
            <a:spLocks/>
          </p:cNvSpPr>
          <p:nvPr/>
        </p:nvSpPr>
        <p:spPr>
          <a:xfrm>
            <a:off x="657390" y="3742174"/>
            <a:ext cx="2156644" cy="840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</a:rPr>
              <a:t>Character Controller</a:t>
            </a:r>
          </a:p>
        </p:txBody>
      </p:sp>
      <p:sp>
        <p:nvSpPr>
          <p:cNvPr id="4" name="Google Shape;3178;p26">
            <a:extLst>
              <a:ext uri="{FF2B5EF4-FFF2-40B4-BE49-F238E27FC236}">
                <a16:creationId xmlns:a16="http://schemas.microsoft.com/office/drawing/2014/main" id="{04BB66F6-769D-ED8B-82AD-94242FFE4039}"/>
              </a:ext>
            </a:extLst>
          </p:cNvPr>
          <p:cNvSpPr txBox="1">
            <a:spLocks/>
          </p:cNvSpPr>
          <p:nvPr/>
        </p:nvSpPr>
        <p:spPr>
          <a:xfrm>
            <a:off x="4075176" y="3245203"/>
            <a:ext cx="677703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 i="0" u="none" strike="noStrike" cap="non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4</a:t>
            </a:r>
          </a:p>
        </p:txBody>
      </p:sp>
      <p:sp>
        <p:nvSpPr>
          <p:cNvPr id="5" name="Google Shape;3183;p26">
            <a:extLst>
              <a:ext uri="{FF2B5EF4-FFF2-40B4-BE49-F238E27FC236}">
                <a16:creationId xmlns:a16="http://schemas.microsoft.com/office/drawing/2014/main" id="{0C72D858-AD1C-1F3D-AAEA-C052BB75D0B4}"/>
              </a:ext>
            </a:extLst>
          </p:cNvPr>
          <p:cNvSpPr txBox="1">
            <a:spLocks/>
          </p:cNvSpPr>
          <p:nvPr/>
        </p:nvSpPr>
        <p:spPr>
          <a:xfrm>
            <a:off x="3813828" y="3732365"/>
            <a:ext cx="2660322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</a:rPr>
              <a:t>Assets</a:t>
            </a:r>
            <a:endParaRPr lang="en-US" dirty="0">
              <a:solidFill>
                <a:srgbClr val="FF247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8A206472-254C-4F2E-C00C-745ECE09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B1F56366-9233-5CE1-BBB2-77D137BC86C0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3B960398-7081-846C-4A5C-566C9C60631D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AC06B782-CAC5-4C9F-B7F5-44750D207FF3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CB5CF473-F177-BE3E-87C6-55E619FB266B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DC63B66-CA60-D897-5EF9-2E9140CED47B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D5F15B91-FC50-5D48-4DBD-BB313833C5CA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48F46927-64B4-E01B-B9B4-D72086E5CFD6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F60AB55C-6375-47E9-91F5-AB9A6F31AF76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3FB86780-AF9D-E7DF-9D32-2E52992E8C39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FA2E15E4-A47D-0A64-7D73-D0D7E0214BDA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3458679A-23CC-923D-7F87-3E7A1CABB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655" y="1923677"/>
            <a:ext cx="3827582" cy="1197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2D </a:t>
            </a:r>
            <a:r>
              <a:rPr lang="en-US" sz="4000" dirty="0">
                <a:solidFill>
                  <a:srgbClr val="FF247F"/>
                </a:solidFill>
                <a:sym typeface="Arimo SemiBold"/>
              </a:rPr>
              <a:t>&amp;</a:t>
            </a:r>
            <a:r>
              <a:rPr lang="en-US" sz="4000" dirty="0">
                <a:solidFill>
                  <a:schemeClr val="tx1"/>
                </a:solidFill>
                <a:sym typeface="Arimo SemiBold"/>
              </a:rPr>
              <a:t> 3D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8F6724C-C4EF-ED05-259F-32758D774E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9AAA4829-73FE-B1F4-B6B6-5A47405591FF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09C507E5-5765-9A2E-4205-09BA9978CD06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0AE0A8C-416A-E517-2E5C-36803E3D6A7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DD3C7D36-534E-F0D8-1970-D7D50801732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797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/>
          <p:cNvGrpSpPr/>
          <p:nvPr/>
        </p:nvGrpSpPr>
        <p:grpSpPr>
          <a:xfrm rot="18541359">
            <a:off x="7692994" y="812950"/>
            <a:ext cx="1129918" cy="278457"/>
            <a:chOff x="713231" y="815211"/>
            <a:chExt cx="894914" cy="220542"/>
          </a:xfrm>
        </p:grpSpPr>
        <p:sp>
          <p:nvSpPr>
            <p:cNvPr id="3233" name="Google Shape;3233;p27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2C0F349-03F8-940F-D369-CAC39E6CA4DE}"/>
              </a:ext>
            </a:extLst>
          </p:cNvPr>
          <p:cNvSpPr txBox="1"/>
          <p:nvPr/>
        </p:nvSpPr>
        <p:spPr>
          <a:xfrm>
            <a:off x="2363273" y="2097262"/>
            <a:ext cx="44174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</a:t>
            </a:r>
            <a:endParaRPr lang="en-US" sz="36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C82004C-9AD7-2B88-1B0E-604B4344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E88AC4-0000-5FD6-A242-B8BEF3E798F9}"/>
              </a:ext>
            </a:extLst>
          </p:cNvPr>
          <p:cNvSpPr txBox="1"/>
          <p:nvPr/>
        </p:nvSpPr>
        <p:spPr>
          <a:xfrm>
            <a:off x="386366" y="373618"/>
            <a:ext cx="2407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</a:t>
            </a:r>
            <a:endParaRPr lang="en-US" sz="40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C81D4-5B40-7670-A226-64781DD2F35E}"/>
              </a:ext>
            </a:extLst>
          </p:cNvPr>
          <p:cNvSpPr txBox="1"/>
          <p:nvPr/>
        </p:nvSpPr>
        <p:spPr>
          <a:xfrm>
            <a:off x="386366" y="1282190"/>
            <a:ext cx="703196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en-US" sz="2400" b="1" dirty="0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rPr>
              <a:t>Equivalent 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nodes: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Area2D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Area3D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Camera2D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Camera3D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body2D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Character body3D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Collision Shape2D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Collision shape3D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Audio Stream2D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Audio Stream3D</a:t>
            </a:r>
          </a:p>
          <a:p>
            <a:pPr>
              <a:buClr>
                <a:schemeClr val="accent4"/>
              </a:buClr>
              <a:buSzPct val="100000"/>
            </a:pP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>
              <a:buClr>
                <a:schemeClr val="accent4"/>
              </a:buClr>
              <a:buSzPct val="100000"/>
            </a:pPr>
            <a:r>
              <a:rPr lang="en-US" sz="2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Non-Equivalent 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nodes: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Timer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Animation Player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4" name="Google Shape;3232;p27">
            <a:extLst>
              <a:ext uri="{FF2B5EF4-FFF2-40B4-BE49-F238E27FC236}">
                <a16:creationId xmlns:a16="http://schemas.microsoft.com/office/drawing/2014/main" id="{8D437634-F0A2-B63C-2089-548342FA85CF}"/>
              </a:ext>
            </a:extLst>
          </p:cNvPr>
          <p:cNvGrpSpPr/>
          <p:nvPr/>
        </p:nvGrpSpPr>
        <p:grpSpPr>
          <a:xfrm rot="18541359">
            <a:off x="7692994" y="812950"/>
            <a:ext cx="1129918" cy="278457"/>
            <a:chOff x="713231" y="815211"/>
            <a:chExt cx="894914" cy="220542"/>
          </a:xfrm>
        </p:grpSpPr>
        <p:sp>
          <p:nvSpPr>
            <p:cNvPr id="5" name="Google Shape;3233;p27">
              <a:extLst>
                <a:ext uri="{FF2B5EF4-FFF2-40B4-BE49-F238E27FC236}">
                  <a16:creationId xmlns:a16="http://schemas.microsoft.com/office/drawing/2014/main" id="{E005A684-4FA2-CAEE-0323-E395B4863B63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34;p27">
              <a:extLst>
                <a:ext uri="{FF2B5EF4-FFF2-40B4-BE49-F238E27FC236}">
                  <a16:creationId xmlns:a16="http://schemas.microsoft.com/office/drawing/2014/main" id="{5205E907-8EA2-2DB0-3BB8-380C5021504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35;p27">
              <a:extLst>
                <a:ext uri="{FF2B5EF4-FFF2-40B4-BE49-F238E27FC236}">
                  <a16:creationId xmlns:a16="http://schemas.microsoft.com/office/drawing/2014/main" id="{4C815F27-3E17-6447-F4B6-2789B6107E8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8063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2138913-F43F-F193-96B6-4E5F1E1F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7BC7520-72B2-04EA-EBD4-B70D6259FD1A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9A8D6194-ECFC-7133-4A81-586893153D21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C9DD313-363B-F63D-A969-5EAB51A753D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14D2979-515A-461A-67A5-51D0ABD07C8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E97454B-BDD2-398A-5C4E-C6952AF75B71}"/>
              </a:ext>
            </a:extLst>
          </p:cNvPr>
          <p:cNvSpPr txBox="1"/>
          <p:nvPr/>
        </p:nvSpPr>
        <p:spPr>
          <a:xfrm>
            <a:off x="3086959" y="2279362"/>
            <a:ext cx="2970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160153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13EB0BD6-1B27-E519-D948-D8229DE6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AAD77E36-B527-7EB4-5B33-CF7308978765}"/>
              </a:ext>
            </a:extLst>
          </p:cNvPr>
          <p:cNvGrpSpPr/>
          <p:nvPr/>
        </p:nvGrpSpPr>
        <p:grpSpPr>
          <a:xfrm rot="20766633">
            <a:off x="7324693" y="685949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6B494C4-91FC-3FC6-1CAC-A34E6DEAF6A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33E11AFB-A2E4-4778-09BE-72E01973769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8D03257-4D37-C690-FFF9-12AF38BCEAD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0AC4D98-3DE9-794E-FB08-A35FBC29D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49" y="2474291"/>
            <a:ext cx="5296639" cy="1886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91C1DC-42B1-4C89-039D-6871C41B8471}"/>
              </a:ext>
            </a:extLst>
          </p:cNvPr>
          <p:cNvSpPr txBox="1"/>
          <p:nvPr/>
        </p:nvSpPr>
        <p:spPr>
          <a:xfrm>
            <a:off x="3334466" y="2097262"/>
            <a:ext cx="2475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Z</a:t>
            </a:r>
            <a:r>
              <a:rPr lang="en-US" sz="32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-axis</a:t>
            </a:r>
            <a:endParaRPr lang="en-US" sz="3600" b="1" dirty="0">
              <a:solidFill>
                <a:schemeClr val="accent4"/>
              </a:solidFill>
              <a:latin typeface="Orbitron"/>
              <a:ea typeface="Orbitron"/>
              <a:cs typeface="Orbitro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442E8-567C-1A82-8B60-99024B5028DA}"/>
              </a:ext>
            </a:extLst>
          </p:cNvPr>
          <p:cNvSpPr txBox="1"/>
          <p:nvPr/>
        </p:nvSpPr>
        <p:spPr>
          <a:xfrm>
            <a:off x="434867" y="471291"/>
            <a:ext cx="265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25362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35191 -0.08549 " pathEditMode="relative" rAng="0" ptsTypes="AA">
                                      <p:cBhvr>
                                        <p:cTn id="11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04" y="-42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421EDD9-08FD-4353-C89F-17A28D8A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F9DEA132-F277-B5FD-59E7-0DC4CDC3EB9D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156F261-44DB-D36C-D61F-0767A5E17DA4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782EC3D0-817A-59F8-C7D3-0521915D6F5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4D63AF9F-EA70-CEA4-9FDD-1A313B0F3FA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700A96A-F9E4-25F0-D5D8-DBEC12992F26}"/>
              </a:ext>
            </a:extLst>
          </p:cNvPr>
          <p:cNvSpPr txBox="1"/>
          <p:nvPr/>
        </p:nvSpPr>
        <p:spPr>
          <a:xfrm>
            <a:off x="2791326" y="1848475"/>
            <a:ext cx="35613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</p:spTree>
    <p:extLst>
      <p:ext uri="{BB962C8B-B14F-4D97-AF65-F5344CB8AC3E}">
        <p14:creationId xmlns:p14="http://schemas.microsoft.com/office/powerpoint/2010/main" val="1886695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F1987D0B-0FE1-5F38-7DA8-959860D1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FB34AD2-71CD-237C-4332-D748035399E7}"/>
              </a:ext>
            </a:extLst>
          </p:cNvPr>
          <p:cNvGrpSpPr/>
          <p:nvPr/>
        </p:nvGrpSpPr>
        <p:grpSpPr>
          <a:xfrm rot="20766633">
            <a:off x="7324693" y="685949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F955A266-2482-E711-B290-7FA7A25E18F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7E0BC80C-98E6-A18B-B1F2-7DAEBB61A7BC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7484AC9-1A24-FC26-AE52-7D9BEB8BD3D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2F73953-ECDF-2836-364A-C56EB685CACE}"/>
              </a:ext>
            </a:extLst>
          </p:cNvPr>
          <p:cNvSpPr txBox="1"/>
          <p:nvPr/>
        </p:nvSpPr>
        <p:spPr>
          <a:xfrm>
            <a:off x="489867" y="2379599"/>
            <a:ext cx="398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Images (Sprite Sheet)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02F98F-248D-E186-451A-222B714940AC}"/>
              </a:ext>
            </a:extLst>
          </p:cNvPr>
          <p:cNvSpPr txBox="1"/>
          <p:nvPr/>
        </p:nvSpPr>
        <p:spPr>
          <a:xfrm>
            <a:off x="434867" y="471291"/>
            <a:ext cx="546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  <p:pic>
        <p:nvPicPr>
          <p:cNvPr id="1026" name="Picture 2" descr="Character Sprite Sheets Pixel Art ...">
            <a:extLst>
              <a:ext uri="{FF2B5EF4-FFF2-40B4-BE49-F238E27FC236}">
                <a16:creationId xmlns:a16="http://schemas.microsoft.com/office/drawing/2014/main" id="{F84DA22C-0D65-F821-225E-9670AFE13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746" y="1774492"/>
            <a:ext cx="4036521" cy="167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FA4070-22DE-BD74-AED1-7351CCE3F999}"/>
              </a:ext>
            </a:extLst>
          </p:cNvPr>
          <p:cNvSpPr txBox="1"/>
          <p:nvPr/>
        </p:nvSpPr>
        <p:spPr>
          <a:xfrm>
            <a:off x="1691295" y="3325961"/>
            <a:ext cx="1402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3164328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FE3CAB18-9348-128C-AF1A-DFEF5368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D5360AB6-983F-92CD-CC19-5004F7A860B1}"/>
              </a:ext>
            </a:extLst>
          </p:cNvPr>
          <p:cNvGrpSpPr/>
          <p:nvPr/>
        </p:nvGrpSpPr>
        <p:grpSpPr>
          <a:xfrm rot="20766633">
            <a:off x="7324693" y="685949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F67F322B-AEAD-CFC8-9DEA-B698C3B3173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4E43B540-7CDE-9641-94E3-A16CE23FEB1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B38670A-A091-3757-9230-99EC1EC60B5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E353367-B7D7-3F0E-D4E9-C31D571485EA}"/>
              </a:ext>
            </a:extLst>
          </p:cNvPr>
          <p:cNvSpPr txBox="1"/>
          <p:nvPr/>
        </p:nvSpPr>
        <p:spPr>
          <a:xfrm>
            <a:off x="434867" y="471291"/>
            <a:ext cx="546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C6392-C3BC-63D3-C637-452F93CBB26B}"/>
              </a:ext>
            </a:extLst>
          </p:cNvPr>
          <p:cNvSpPr txBox="1"/>
          <p:nvPr/>
        </p:nvSpPr>
        <p:spPr>
          <a:xfrm>
            <a:off x="737374" y="2571750"/>
            <a:ext cx="230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Models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</a:t>
            </a:r>
          </a:p>
        </p:txBody>
      </p:sp>
      <p:pic>
        <p:nvPicPr>
          <p:cNvPr id="1028" name="Picture 4" descr="4 Top Rigged 3D Models for Animation | Download Now">
            <a:extLst>
              <a:ext uri="{FF2B5EF4-FFF2-40B4-BE49-F238E27FC236}">
                <a16:creationId xmlns:a16="http://schemas.microsoft.com/office/drawing/2014/main" id="{080CA7D8-28ED-A256-B4C7-E70A4B5CF8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5" t="7391" r="55667" b="6970"/>
          <a:stretch>
            <a:fillRect/>
          </a:stretch>
        </p:blipFill>
        <p:spPr bwMode="auto">
          <a:xfrm>
            <a:off x="4572000" y="1310117"/>
            <a:ext cx="1862905" cy="336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352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1A2E07F-5D6C-95FA-2F20-F760E8B9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42477BDB-07AA-86C7-B15C-5FA18806F77E}"/>
              </a:ext>
            </a:extLst>
          </p:cNvPr>
          <p:cNvGrpSpPr/>
          <p:nvPr/>
        </p:nvGrpSpPr>
        <p:grpSpPr>
          <a:xfrm rot="3792950">
            <a:off x="7833457" y="899148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54971143-D887-B399-EC6E-4321581CC273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3635D8F9-0444-6535-2F3D-E8991492B9C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24FCD6A0-964D-CFB2-B184-D8F129D26256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14DF35-1092-391E-B98A-981371A88E40}"/>
              </a:ext>
            </a:extLst>
          </p:cNvPr>
          <p:cNvSpPr txBox="1"/>
          <p:nvPr/>
        </p:nvSpPr>
        <p:spPr>
          <a:xfrm>
            <a:off x="508173" y="1418430"/>
            <a:ext cx="826912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Models 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contains:</a:t>
            </a: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Meshes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: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The 3D shape or geometry of an object made of vertices, edges and faces.</a:t>
            </a:r>
            <a:endParaRPr lang="en-US" sz="1800" b="1" dirty="0">
              <a:solidFill>
                <a:srgbClr val="FF247F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Textures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: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Image applied to a mesh’s surface to give it details (color, pattern)</a:t>
            </a: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Materials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: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Defines how meshes looks (color, texture, etc.)</a:t>
            </a: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Rig 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: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The Skeleton or bone structure used for animating a 3D models</a:t>
            </a: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Animation 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A sequence of movements or transformations applied to a model or its rig</a:t>
            </a: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C12C7-0915-C32A-776C-5ED51470ACD6}"/>
              </a:ext>
            </a:extLst>
          </p:cNvPr>
          <p:cNvSpPr txBox="1"/>
          <p:nvPr/>
        </p:nvSpPr>
        <p:spPr>
          <a:xfrm>
            <a:off x="434867" y="471291"/>
            <a:ext cx="546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</p:spTree>
    <p:extLst>
      <p:ext uri="{BB962C8B-B14F-4D97-AF65-F5344CB8AC3E}">
        <p14:creationId xmlns:p14="http://schemas.microsoft.com/office/powerpoint/2010/main" val="81707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FBDC60DD-4B1A-0420-649C-8D8856AC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E1E58AA9-8596-A3B0-2050-D268B7C89D41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7DB1CB2E-4F06-FE0A-79F8-9F7D76292017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5FAC00BF-590E-7272-BAA8-112D3927E211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53E9E771-F269-D14B-BD65-87EFD813A6A5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2EF3B7E-5ABD-A157-149C-BFCC11C33BB0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317F5265-7CD5-1E15-6CC3-F4BC193BCD08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7622C368-8B7A-EA97-6ED9-D3DBFA0837D9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52243C66-38AB-FF24-431D-BAE037492F87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094F0921-103F-473C-4CFE-6F4ECC43EE7B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A6193C69-E010-9518-FCAA-0ED9E81C038B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A7E02264-6630-69E2-DE82-20E19251C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12821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Dive into </a:t>
            </a:r>
            <a:r>
              <a:rPr lang="en-US" sz="4000" dirty="0">
                <a:solidFill>
                  <a:srgbClr val="FF247F"/>
                </a:solidFill>
                <a:sym typeface="Arimo SemiBold"/>
              </a:rPr>
              <a:t>3D </a:t>
            </a:r>
            <a:r>
              <a:rPr lang="en-US" sz="4000" dirty="0">
                <a:solidFill>
                  <a:schemeClr val="tx1"/>
                </a:solidFill>
                <a:sym typeface="Arimo SemiBold"/>
              </a:rPr>
              <a:t>world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79D2B4E-9CB9-E310-5A49-B59CFA2A61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5E05FB11-E117-E427-5360-FFBEAC024F80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F312D4AB-2183-6530-07FA-A182CF6A3CB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F2D4FA6-C018-5889-8352-5FCC372DCAB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AD267C2D-D8B9-7847-B42D-93F7D6407C7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3712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2389BB99-6A25-4BF0-6418-D7490F69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388B7D18-DF55-3AD9-7206-7A2B81440B5D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A3F84E66-2294-06E8-9A4D-F46A4C936A4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2376EC7-FEC6-CA61-5628-14D88C92A5CD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1E6024B0-B0E4-4A1F-6631-EF4FD68A1205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D262231-E46F-9F6A-24E7-1B6422696498}"/>
              </a:ext>
            </a:extLst>
          </p:cNvPr>
          <p:cNvSpPr txBox="1"/>
          <p:nvPr/>
        </p:nvSpPr>
        <p:spPr>
          <a:xfrm>
            <a:off x="2791326" y="1848475"/>
            <a:ext cx="3561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Controls</a:t>
            </a:r>
          </a:p>
        </p:txBody>
      </p:sp>
    </p:spTree>
    <p:extLst>
      <p:ext uri="{BB962C8B-B14F-4D97-AF65-F5344CB8AC3E}">
        <p14:creationId xmlns:p14="http://schemas.microsoft.com/office/powerpoint/2010/main" val="146626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3FB2B34-DD00-BB8F-9384-B77FB809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BC0500BA-AEE5-99D2-069B-D3C3A2D15A7C}"/>
              </a:ext>
            </a:extLst>
          </p:cNvPr>
          <p:cNvGrpSpPr/>
          <p:nvPr/>
        </p:nvGrpSpPr>
        <p:grpSpPr>
          <a:xfrm rot="20255628"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DDAF1D1-95A5-FFCF-C337-CBC0F4D2948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7DEEAB0-4B23-88FA-7F68-1B2986738B27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3A10318-D022-2EB2-0B2A-58C7F6EAE1DF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099949DE-E486-A99E-434A-13478913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82197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Controls</a:t>
            </a:r>
            <a:endParaRPr lang="en-US" dirty="0">
              <a:solidFill>
                <a:schemeClr val="accent4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BEDDC5-D3A8-C44E-B94C-EE7030788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85309"/>
              </p:ext>
            </p:extLst>
          </p:nvPr>
        </p:nvGraphicFramePr>
        <p:xfrm>
          <a:off x="589805" y="1459230"/>
          <a:ext cx="7770424" cy="299212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4335509">
                  <a:extLst>
                    <a:ext uri="{9D8B030D-6E8A-4147-A177-3AD203B41FA5}">
                      <a16:colId xmlns:a16="http://schemas.microsoft.com/office/drawing/2014/main" val="2243849235"/>
                    </a:ext>
                  </a:extLst>
                </a:gridCol>
                <a:gridCol w="3434915">
                  <a:extLst>
                    <a:ext uri="{9D8B030D-6E8A-4147-A177-3AD203B41FA5}">
                      <a16:colId xmlns:a16="http://schemas.microsoft.com/office/drawing/2014/main" val="181600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rgbClr val="122B57"/>
                          </a:solidFill>
                          <a:latin typeface="Orbitron"/>
                          <a:sym typeface="Orbitron"/>
                        </a:rPr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rgbClr val="122B57"/>
                          </a:solidFill>
                          <a:latin typeface="Orbitron"/>
                          <a:sym typeface="Orbitron"/>
                        </a:rPr>
                        <a:t>shortcut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663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Rotate around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Middle 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83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Pan (move view)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Shift + middle 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63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Move camera freely (fly mode)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Right mouse +WASDEQ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86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Move faster/slower in fly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Shift (faster)/Alt (slower)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37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Focus selected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55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Change camera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Scroll wheel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58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Toggle local/global transform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0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371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06EE5B7-EB3D-1856-6E24-4495F339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B993060-19ED-06B9-520F-50C4AB89327B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14D23E5C-BE2C-1B77-1DEA-0F43260E0C67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6E1CC4D4-9BA0-11EA-6C33-B79D67D444A8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0BB87F9C-C77E-8880-6B45-9353EC00439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1C1C1F9-EA9F-4EA9-6AE8-70EC34C634B0}"/>
              </a:ext>
            </a:extLst>
          </p:cNvPr>
          <p:cNvSpPr txBox="1"/>
          <p:nvPr/>
        </p:nvSpPr>
        <p:spPr>
          <a:xfrm>
            <a:off x="1663795" y="1848475"/>
            <a:ext cx="58164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Local</a:t>
            </a: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and </a:t>
            </a: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global</a:t>
            </a: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transform</a:t>
            </a:r>
          </a:p>
        </p:txBody>
      </p:sp>
    </p:spTree>
    <p:extLst>
      <p:ext uri="{BB962C8B-B14F-4D97-AF65-F5344CB8AC3E}">
        <p14:creationId xmlns:p14="http://schemas.microsoft.com/office/powerpoint/2010/main" val="42494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001EA1E-775D-D802-DF9C-7ED3C614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1F9B0A90-8746-27D3-0503-82A42728A9E0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1F9D0D2C-EC0D-4F7C-3535-DAA98BED4B8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055620A-E24E-7F92-7FC0-668EB8FEFAB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4901B017-B115-DF91-C076-6EC24C65012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F7AE6119-ED5B-0A0A-96A6-D68A6D29B0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659564"/>
            <a:ext cx="7782017" cy="18243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Local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mode: move object with the axes of the object itself.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Global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mode: move object with the axes of the world object is in.</a:t>
            </a:r>
            <a:endParaRPr lang="ar-BH" sz="2000" b="1" dirty="0">
              <a:solidFill>
                <a:srgbClr val="FF247F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F9E929E-6EDC-B7F0-5688-307CCAD1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rgbClr val="FF247F"/>
                </a:solidFill>
              </a:rPr>
              <a:t>Local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>
                <a:solidFill>
                  <a:srgbClr val="FF247F"/>
                </a:solidFill>
              </a:rPr>
              <a:t>global</a:t>
            </a:r>
            <a:r>
              <a:rPr lang="en-US" dirty="0">
                <a:solidFill>
                  <a:schemeClr val="tx1"/>
                </a:solidFill>
              </a:rPr>
              <a:t> transform</a:t>
            </a:r>
          </a:p>
        </p:txBody>
      </p:sp>
    </p:spTree>
    <p:extLst>
      <p:ext uri="{BB962C8B-B14F-4D97-AF65-F5344CB8AC3E}">
        <p14:creationId xmlns:p14="http://schemas.microsoft.com/office/powerpoint/2010/main" val="360551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AA66B0D2-E7A4-1FC6-D4BA-7E43EEED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369D344-DC00-FF16-19F8-1C9020A221D4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0ABC6928-2739-CFC6-AEC8-71B61270AB3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9D65E2D-919F-E0D7-6AF4-84F305DE7B7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5789D7CF-E09B-7416-FE80-437DAA169F8A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41C30A-C740-4184-6011-73AB5CBA59A0}"/>
              </a:ext>
            </a:extLst>
          </p:cNvPr>
          <p:cNvSpPr txBox="1"/>
          <p:nvPr/>
        </p:nvSpPr>
        <p:spPr>
          <a:xfrm>
            <a:off x="1663795" y="1848475"/>
            <a:ext cx="5816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25477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7142ED2C-50E5-D5AE-FE8E-0E3DD2DD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E86C577-78D0-486F-CE6F-8FE39DE63EB5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CE85408-9179-48BD-0B29-2827A4E0B7A8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F4D55A3-3140-032D-AB81-A6F8A5FACFE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EFD4D798-37DA-07CE-CC49-37E2F98666D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8D4F114C-55DF-158B-49F5-99FAF613AA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7782017" cy="1771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CSG Nodes: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a node that allow you to make a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complex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shapes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by combining shapes like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cubes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spheres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and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cylinders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 You can use this to make a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prototype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for the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level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you want make.</a:t>
            </a:r>
            <a:endParaRPr lang="ar-BH" sz="2000" b="1" dirty="0">
              <a:solidFill>
                <a:srgbClr val="FF247F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C4C4E17-93DD-282E-CBDB-72B15DFF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343830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C00C-392C-7C93-4CDF-30437ED7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75" y="658144"/>
            <a:ext cx="4294800" cy="572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Grey Boxing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6B05A-3939-7F9C-7EC6-36AB8037E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289" y="1631150"/>
            <a:ext cx="5216866" cy="2041947"/>
          </a:xfrm>
        </p:spPr>
        <p:txBody>
          <a:bodyPr/>
          <a:lstStyle/>
          <a:p>
            <a:pPr marL="152400" indent="0">
              <a:buNone/>
            </a:pPr>
            <a:r>
              <a:rPr lang="en-US" sz="2800" b="1" dirty="0">
                <a:solidFill>
                  <a:srgbClr val="FF247F"/>
                </a:solidFill>
              </a:rPr>
              <a:t>Importance:</a:t>
            </a:r>
          </a:p>
          <a:p>
            <a:r>
              <a:rPr lang="en-US" sz="2400" dirty="0"/>
              <a:t>Speed </a:t>
            </a:r>
          </a:p>
          <a:p>
            <a:r>
              <a:rPr lang="en-US" sz="2400" dirty="0"/>
              <a:t>Easy to focus on design</a:t>
            </a:r>
          </a:p>
          <a:p>
            <a:r>
              <a:rPr lang="en-US" sz="2400" dirty="0"/>
              <a:t>Testing gameplay</a:t>
            </a:r>
          </a:p>
          <a:p>
            <a:r>
              <a:rPr lang="en-US" sz="2400" dirty="0"/>
              <a:t>Easy changes</a:t>
            </a:r>
          </a:p>
        </p:txBody>
      </p:sp>
    </p:spTree>
    <p:extLst>
      <p:ext uri="{BB962C8B-B14F-4D97-AF65-F5344CB8AC3E}">
        <p14:creationId xmlns:p14="http://schemas.microsoft.com/office/powerpoint/2010/main" val="319724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170976BE-EB5F-83CB-74DB-B58037F5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4045B085-992E-D409-F241-1AE6D2578CAC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D9EF04F1-E26E-6C5B-07B9-C4F4F9C6E4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339ACD4-A755-76E9-1A1C-9A380B02341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5D0420A-899B-000D-4D65-9189971DEE1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675231D9-B53A-4A96-AC77-9F9C53AFD4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060473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l" rtl="0" fontAlgn="base">
              <a:buSzPct val="100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Types of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CSG Nodes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CSGBox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box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CSGCylinder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cylinder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CSGSphere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sphere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CSGPolygon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polygon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CSGMesh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mesh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CSGTorus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torus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CSGCombiner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node that combines multiple CSG nodes into one shape.</a:t>
            </a:r>
          </a:p>
          <a:p>
            <a:pPr fontAlgn="base">
              <a:buSzPct val="75000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B60265C-E0A3-B6F0-657D-76196C22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384733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A2B85B0-DF62-2A3F-D4C3-D17BAEC7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A1142828-8180-15D3-D5FF-44C48C2A0560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6791816-878E-4926-7E44-8BBDC268EBAC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5982F804-CD70-B9B2-92D7-A69F11CFCDF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6006EB9-C5D9-AC46-4CF3-71DF07EE907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F98609E-9855-F0E7-4D85-1728A2A484DB}"/>
              </a:ext>
            </a:extLst>
          </p:cNvPr>
          <p:cNvSpPr txBox="1"/>
          <p:nvPr/>
        </p:nvSpPr>
        <p:spPr>
          <a:xfrm>
            <a:off x="1663795" y="1848475"/>
            <a:ext cx="5816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Hands </a:t>
            </a: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4216011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B242A7BB-F36D-15C3-D5A2-217AF044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EB27DDF9-77EA-82FC-F918-9C6854C373AB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76C14F4E-F8F7-6140-DEAD-E3C66C25C1C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D867FA2-6CEE-C910-4A39-FDEF5FE047DD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43AE1A9-A424-CA9F-1A80-4DA00F5690C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055032A-2902-C9C8-089E-4E7BFE0AC178}"/>
              </a:ext>
            </a:extLst>
          </p:cNvPr>
          <p:cNvSpPr txBox="1"/>
          <p:nvPr/>
        </p:nvSpPr>
        <p:spPr>
          <a:xfrm>
            <a:off x="2035056" y="1848475"/>
            <a:ext cx="5073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Where is the level</a:t>
            </a: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180908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9BDD6E3-93B9-CC30-C9AF-5E5B850C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BE093258-2AEE-50E4-1051-277CE4108A01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61D13067-D45E-8341-1139-8FC8A84F25F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413D9FE6-0B7E-6DE1-9315-223C71F8CCA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8D065133-1A6A-1AF3-DC21-CD21D7EF30B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7988A3D2-4987-1290-1D5C-9FAFA3CCCA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2184" y="1759243"/>
            <a:ext cx="7847342" cy="218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l" rtl="0" fontAlgn="base">
              <a:buSzPct val="100000"/>
              <a:buNone/>
            </a:pPr>
            <a:r>
              <a:rPr lang="en-US" sz="2800" b="1" dirty="0">
                <a:solidFill>
                  <a:schemeClr val="tx1"/>
                </a:solidFill>
                <a:latin typeface="Orbitron"/>
                <a:sym typeface="Orbitron"/>
              </a:rPr>
              <a:t>We </a:t>
            </a:r>
            <a:r>
              <a:rPr lang="en-US" sz="2800" b="1" dirty="0">
                <a:solidFill>
                  <a:srgbClr val="FF247F"/>
                </a:solidFill>
                <a:latin typeface="Orbitron"/>
                <a:sym typeface="Orbitron"/>
              </a:rPr>
              <a:t>need</a:t>
            </a:r>
            <a:r>
              <a:rPr lang="en-US" sz="28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Camera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-&gt; add camera3D for your scene.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Directional Light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-&gt; add Sun to your scene.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World Environment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-&gt; add environment.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</p:spTree>
    <p:extLst>
      <p:ext uri="{BB962C8B-B14F-4D97-AF65-F5344CB8AC3E}">
        <p14:creationId xmlns:p14="http://schemas.microsoft.com/office/powerpoint/2010/main" val="88131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34435BFF-A245-2B21-901E-4AF020A5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7E703FE6-D4EC-1D9C-94FB-57D0A9F7B50C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6D2729E8-7A6F-E98B-E40F-D09AF78A984C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D1B0A545-6826-05B2-332E-3211CE5DD2F3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77EFD4BA-2EF0-1CDA-FC20-28A54A25FD53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880B0483-A7D5-20E7-3EE2-85A67D94398B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99AE93A6-9284-D49E-D4FE-7D9947E1C046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BCA5B4B0-C4C1-BCD3-FE2E-09011456EEF4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FF7389EC-9F2C-9677-F264-B009F1C22EA5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0369A71E-10AB-524A-10CC-28FE3292411E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B386BF04-63FF-27C1-0503-9F32C0712D96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4C4C8D69-98A3-633F-FC35-1250FD167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12821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Character Controller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E548D997-67D0-980A-F091-45FBCEDA6F5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890055E1-FDF8-191F-6C39-F146BAE37E2B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A9C73021-029E-37A6-5CA1-76FDAD4A900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C24D3242-4EDD-B422-4654-2499FB62919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5CA974CC-EFA9-F56A-BA3D-28F51660ECC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91129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A3075F0-5F1D-F86A-377F-13EF8F62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F2652B8-98FB-2E00-0AD8-B2F9877BDF3F}"/>
              </a:ext>
            </a:extLst>
          </p:cNvPr>
          <p:cNvGrpSpPr/>
          <p:nvPr/>
        </p:nvGrpSpPr>
        <p:grpSpPr>
          <a:xfrm rot="19939146">
            <a:off x="7690624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1C4C36A-E809-2713-4260-CEF72C696A2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C1222FF4-603F-A771-410A-D091ACEE564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068BA14-90E9-AE20-C90D-3DCFFE93421B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2333CA92-1442-D4C1-C030-AE26AAB1BE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060473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What should It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contain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: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Camera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-&gt; FPS or TPS or move freely ?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jump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?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Wall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jump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?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Shoot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?</a:t>
            </a:r>
          </a:p>
          <a:p>
            <a:pPr fontAlgn="base">
              <a:buSzPct val="75000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63778A0-D3DF-38D8-80C6-D29D8F0D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5032736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Character Controller</a:t>
            </a:r>
          </a:p>
        </p:txBody>
      </p:sp>
    </p:spTree>
    <p:extLst>
      <p:ext uri="{BB962C8B-B14F-4D97-AF65-F5344CB8AC3E}">
        <p14:creationId xmlns:p14="http://schemas.microsoft.com/office/powerpoint/2010/main" val="594646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5E94E45C-3399-3E74-E7F1-18991E1B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C35342EC-7CA5-827F-2F10-36BFD3CC6ADA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26B60A2B-61AE-BE13-D296-BC4BB45BE1FD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D5D5A778-AE37-6086-2992-18B3936D3FFB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EA93011B-13C1-9896-73F4-ABB8DD25F36B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24FD23CA-5FCD-9FD1-7D82-6D6885A01231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56D43DF2-D7F1-3D08-3E59-0427BA01A6FE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7E5CC99D-FC4A-935A-BB61-0A762369721D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6E512C72-19DA-A171-B9BE-A7B08629233E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B48969FC-FECD-3C03-42D9-6A35CD5E3333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C9485BB7-25D0-EBD9-7B12-5FBC4CC5FBE0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F3F9EE6A-9E7A-7DE8-6BCC-13955E243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7776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Assets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973412D0-CBA0-DA0C-F47C-E70EF5D56C0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731504B5-D478-8E6E-55CA-29EB85755B84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0858E7CC-F7FC-7E85-7871-16CF8A93623F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F42D24AE-5AEA-3C7D-6247-29C205A9DE06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BDBE2EF7-A490-3B76-D401-1A823DF2CFF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0225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4DDD3AE5-F084-5292-C153-0ABA14F7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A4457AD-DEF4-F42E-8B9F-E01617FCC1A3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E23064C-D9A9-2F86-1436-A4C1272AEA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D6FCDDA9-EDB5-491E-8370-5E7259978D1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8B2F676-F4A4-94F0-F183-2DDFA14D8D2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43C19315-7463-8CCC-04AF-86DF150FB6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292935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Supported assets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extension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FBX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gltf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 -&gt; best for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godot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glb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  -&gt; binary version of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gltf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OBJ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DAE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blend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-&gt; blend files but should have blender installed</a:t>
            </a:r>
          </a:p>
          <a:p>
            <a:pPr fontAlgn="base">
              <a:buSzPct val="75000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8961316-94B8-44A6-F398-253B965E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3838766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37A674F0-377E-190E-F1F3-19685AD3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77B1FC2F-59F9-0B36-D2F2-1D41046BA24B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4C977A88-78F7-3711-ACF3-6A17E397CF77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7D32073A-D54E-69E7-FCF5-1C4DBC7F2B7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DA876BF-91B6-8320-F9F8-13B8141F8C1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A8CE9913-AFB1-86A1-8307-6FAD5F5885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3884" y="1814825"/>
            <a:ext cx="7856393" cy="2088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.</a:t>
            </a:r>
            <a:r>
              <a:rPr lang="en-US" sz="2400" b="1" dirty="0" err="1">
                <a:solidFill>
                  <a:srgbClr val="FF247F"/>
                </a:solidFill>
                <a:latin typeface="Orbitron"/>
                <a:sym typeface="Orbitron"/>
              </a:rPr>
              <a:t>gltf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object include all of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materials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,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texture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inside it and can be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extracted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separate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files in addition to the object itself.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2BF0C6C-7F96-DA8C-5755-BFAB5C80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2402675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1">
          <a:extLst>
            <a:ext uri="{FF2B5EF4-FFF2-40B4-BE49-F238E27FC236}">
              <a16:creationId xmlns:a16="http://schemas.microsoft.com/office/drawing/2014/main" id="{B4EB360D-D8AD-129B-7065-B6F80B15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p43">
            <a:extLst>
              <a:ext uri="{FF2B5EF4-FFF2-40B4-BE49-F238E27FC236}">
                <a16:creationId xmlns:a16="http://schemas.microsoft.com/office/drawing/2014/main" id="{BFCD3744-D66C-5A5D-A83E-C99D2BD61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2642" y="1298843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r>
              <a:rPr lang="en" dirty="0">
                <a:solidFill>
                  <a:schemeClr val="accent4"/>
                </a:solidFill>
              </a:rPr>
              <a:t>!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4221" name="Google Shape;4221;p43">
            <a:extLst>
              <a:ext uri="{FF2B5EF4-FFF2-40B4-BE49-F238E27FC236}">
                <a16:creationId xmlns:a16="http://schemas.microsoft.com/office/drawing/2014/main" id="{40E03948-7693-9B4D-38C5-8C051862B4A2}"/>
              </a:ext>
            </a:extLst>
          </p:cNvPr>
          <p:cNvGrpSpPr/>
          <p:nvPr/>
        </p:nvGrpSpPr>
        <p:grpSpPr>
          <a:xfrm>
            <a:off x="810016" y="2571750"/>
            <a:ext cx="1308365" cy="1070069"/>
            <a:chOff x="3294431" y="3820626"/>
            <a:chExt cx="757594" cy="619576"/>
          </a:xfrm>
        </p:grpSpPr>
        <p:sp>
          <p:nvSpPr>
            <p:cNvPr id="4222" name="Google Shape;4222;p43">
              <a:extLst>
                <a:ext uri="{FF2B5EF4-FFF2-40B4-BE49-F238E27FC236}">
                  <a16:creationId xmlns:a16="http://schemas.microsoft.com/office/drawing/2014/main" id="{3000BB54-7F30-C978-556D-FCABF2D9587C}"/>
                </a:ext>
              </a:extLst>
            </p:cNvPr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43">
              <a:extLst>
                <a:ext uri="{FF2B5EF4-FFF2-40B4-BE49-F238E27FC236}">
                  <a16:creationId xmlns:a16="http://schemas.microsoft.com/office/drawing/2014/main" id="{869C184A-D9D6-E360-5850-47D02B62CB63}"/>
                </a:ext>
              </a:extLst>
            </p:cNvPr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43">
              <a:extLst>
                <a:ext uri="{FF2B5EF4-FFF2-40B4-BE49-F238E27FC236}">
                  <a16:creationId xmlns:a16="http://schemas.microsoft.com/office/drawing/2014/main" id="{054A31E0-3A38-4C60-2BE2-035D236E3194}"/>
                </a:ext>
              </a:extLst>
            </p:cNvPr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43">
              <a:extLst>
                <a:ext uri="{FF2B5EF4-FFF2-40B4-BE49-F238E27FC236}">
                  <a16:creationId xmlns:a16="http://schemas.microsoft.com/office/drawing/2014/main" id="{A3A42ABC-631C-4AAA-72CF-4E031E6EA4DA}"/>
                </a:ext>
              </a:extLst>
            </p:cNvPr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3">
              <a:extLst>
                <a:ext uri="{FF2B5EF4-FFF2-40B4-BE49-F238E27FC236}">
                  <a16:creationId xmlns:a16="http://schemas.microsoft.com/office/drawing/2014/main" id="{33C265BF-A0BA-C412-1999-B7E28E648EB9}"/>
                </a:ext>
              </a:extLst>
            </p:cNvPr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3">
              <a:extLst>
                <a:ext uri="{FF2B5EF4-FFF2-40B4-BE49-F238E27FC236}">
                  <a16:creationId xmlns:a16="http://schemas.microsoft.com/office/drawing/2014/main" id="{BCF8E4DD-A6DF-4918-ADB2-2801EC79DF23}"/>
                </a:ext>
              </a:extLst>
            </p:cNvPr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3">
              <a:extLst>
                <a:ext uri="{FF2B5EF4-FFF2-40B4-BE49-F238E27FC236}">
                  <a16:creationId xmlns:a16="http://schemas.microsoft.com/office/drawing/2014/main" id="{B632B868-9020-9FE8-33D9-51AB309FC3FB}"/>
                </a:ext>
              </a:extLst>
            </p:cNvPr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3">
              <a:extLst>
                <a:ext uri="{FF2B5EF4-FFF2-40B4-BE49-F238E27FC236}">
                  <a16:creationId xmlns:a16="http://schemas.microsoft.com/office/drawing/2014/main" id="{20F0614D-6A2B-405B-CF78-15AA95E65DFB}"/>
                </a:ext>
              </a:extLst>
            </p:cNvPr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3">
              <a:extLst>
                <a:ext uri="{FF2B5EF4-FFF2-40B4-BE49-F238E27FC236}">
                  <a16:creationId xmlns:a16="http://schemas.microsoft.com/office/drawing/2014/main" id="{89CE39B3-6329-A70B-56D2-6929FAF09647}"/>
                </a:ext>
              </a:extLst>
            </p:cNvPr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3">
              <a:extLst>
                <a:ext uri="{FF2B5EF4-FFF2-40B4-BE49-F238E27FC236}">
                  <a16:creationId xmlns:a16="http://schemas.microsoft.com/office/drawing/2014/main" id="{0EC02854-61E5-145B-AAE5-E16E4C14C9E9}"/>
                </a:ext>
              </a:extLst>
            </p:cNvPr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3">
              <a:extLst>
                <a:ext uri="{FF2B5EF4-FFF2-40B4-BE49-F238E27FC236}">
                  <a16:creationId xmlns:a16="http://schemas.microsoft.com/office/drawing/2014/main" id="{E7073B9A-BCA5-96CD-9193-FAEFC848BC1F}"/>
                </a:ext>
              </a:extLst>
            </p:cNvPr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3">
              <a:extLst>
                <a:ext uri="{FF2B5EF4-FFF2-40B4-BE49-F238E27FC236}">
                  <a16:creationId xmlns:a16="http://schemas.microsoft.com/office/drawing/2014/main" id="{BB466CF3-9245-33CA-68E9-50950249763B}"/>
                </a:ext>
              </a:extLst>
            </p:cNvPr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3">
              <a:extLst>
                <a:ext uri="{FF2B5EF4-FFF2-40B4-BE49-F238E27FC236}">
                  <a16:creationId xmlns:a16="http://schemas.microsoft.com/office/drawing/2014/main" id="{6B171306-FBF1-618C-501C-BA537AB13A3A}"/>
                </a:ext>
              </a:extLst>
            </p:cNvPr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3">
              <a:extLst>
                <a:ext uri="{FF2B5EF4-FFF2-40B4-BE49-F238E27FC236}">
                  <a16:creationId xmlns:a16="http://schemas.microsoft.com/office/drawing/2014/main" id="{4404DB47-6BBD-C4D1-CDFA-93F3A74CE0A5}"/>
                </a:ext>
              </a:extLst>
            </p:cNvPr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43">
              <a:extLst>
                <a:ext uri="{FF2B5EF4-FFF2-40B4-BE49-F238E27FC236}">
                  <a16:creationId xmlns:a16="http://schemas.microsoft.com/office/drawing/2014/main" id="{C0450ADC-17CF-1745-7C1F-13DBD9356A3D}"/>
                </a:ext>
              </a:extLst>
            </p:cNvPr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43">
              <a:extLst>
                <a:ext uri="{FF2B5EF4-FFF2-40B4-BE49-F238E27FC236}">
                  <a16:creationId xmlns:a16="http://schemas.microsoft.com/office/drawing/2014/main" id="{7B540105-1596-C934-06FD-9739D6148BE9}"/>
                </a:ext>
              </a:extLst>
            </p:cNvPr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3">
              <a:extLst>
                <a:ext uri="{FF2B5EF4-FFF2-40B4-BE49-F238E27FC236}">
                  <a16:creationId xmlns:a16="http://schemas.microsoft.com/office/drawing/2014/main" id="{020DD245-9AAE-BFDF-E290-7D6F7BC20136}"/>
                </a:ext>
              </a:extLst>
            </p:cNvPr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3">
              <a:extLst>
                <a:ext uri="{FF2B5EF4-FFF2-40B4-BE49-F238E27FC236}">
                  <a16:creationId xmlns:a16="http://schemas.microsoft.com/office/drawing/2014/main" id="{9A8EFB42-BC56-97DF-5930-899299935978}"/>
                </a:ext>
              </a:extLst>
            </p:cNvPr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3">
              <a:extLst>
                <a:ext uri="{FF2B5EF4-FFF2-40B4-BE49-F238E27FC236}">
                  <a16:creationId xmlns:a16="http://schemas.microsoft.com/office/drawing/2014/main" id="{E33DBE35-79F8-4F66-087C-2944295C73AC}"/>
                </a:ext>
              </a:extLst>
            </p:cNvPr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3">
              <a:extLst>
                <a:ext uri="{FF2B5EF4-FFF2-40B4-BE49-F238E27FC236}">
                  <a16:creationId xmlns:a16="http://schemas.microsoft.com/office/drawing/2014/main" id="{53DF3037-B278-F7FF-6CC5-BB6825857F8F}"/>
                </a:ext>
              </a:extLst>
            </p:cNvPr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3">
              <a:extLst>
                <a:ext uri="{FF2B5EF4-FFF2-40B4-BE49-F238E27FC236}">
                  <a16:creationId xmlns:a16="http://schemas.microsoft.com/office/drawing/2014/main" id="{5B63AE8F-6A15-5435-D1EE-B939ED55FFFC}"/>
                </a:ext>
              </a:extLst>
            </p:cNvPr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43">
              <a:extLst>
                <a:ext uri="{FF2B5EF4-FFF2-40B4-BE49-F238E27FC236}">
                  <a16:creationId xmlns:a16="http://schemas.microsoft.com/office/drawing/2014/main" id="{8027E998-A157-0A1D-5F78-65E16C27EADB}"/>
                </a:ext>
              </a:extLst>
            </p:cNvPr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43">
              <a:extLst>
                <a:ext uri="{FF2B5EF4-FFF2-40B4-BE49-F238E27FC236}">
                  <a16:creationId xmlns:a16="http://schemas.microsoft.com/office/drawing/2014/main" id="{642AED39-1256-E708-8154-59092CB4E33E}"/>
                </a:ext>
              </a:extLst>
            </p:cNvPr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43">
              <a:extLst>
                <a:ext uri="{FF2B5EF4-FFF2-40B4-BE49-F238E27FC236}">
                  <a16:creationId xmlns:a16="http://schemas.microsoft.com/office/drawing/2014/main" id="{8494C5C0-0C99-071E-1A83-E4BA8A874AB5}"/>
                </a:ext>
              </a:extLst>
            </p:cNvPr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43">
              <a:extLst>
                <a:ext uri="{FF2B5EF4-FFF2-40B4-BE49-F238E27FC236}">
                  <a16:creationId xmlns:a16="http://schemas.microsoft.com/office/drawing/2014/main" id="{6BF42B86-403B-F07C-C611-7776C434D94B}"/>
                </a:ext>
              </a:extLst>
            </p:cNvPr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43">
              <a:extLst>
                <a:ext uri="{FF2B5EF4-FFF2-40B4-BE49-F238E27FC236}">
                  <a16:creationId xmlns:a16="http://schemas.microsoft.com/office/drawing/2014/main" id="{821A323A-06D0-044F-B824-4C860C70F932}"/>
                </a:ext>
              </a:extLst>
            </p:cNvPr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8" name="Google Shape;4248;p43">
            <a:extLst>
              <a:ext uri="{FF2B5EF4-FFF2-40B4-BE49-F238E27FC236}">
                <a16:creationId xmlns:a16="http://schemas.microsoft.com/office/drawing/2014/main" id="{67117F13-B7E9-221B-B188-D76AF0580380}"/>
              </a:ext>
            </a:extLst>
          </p:cNvPr>
          <p:cNvGrpSpPr/>
          <p:nvPr/>
        </p:nvGrpSpPr>
        <p:grpSpPr>
          <a:xfrm rot="18896823">
            <a:off x="221226" y="713847"/>
            <a:ext cx="1129918" cy="278457"/>
            <a:chOff x="713231" y="815211"/>
            <a:chExt cx="894914" cy="220542"/>
          </a:xfrm>
        </p:grpSpPr>
        <p:sp>
          <p:nvSpPr>
            <p:cNvPr id="4249" name="Google Shape;4249;p43">
              <a:extLst>
                <a:ext uri="{FF2B5EF4-FFF2-40B4-BE49-F238E27FC236}">
                  <a16:creationId xmlns:a16="http://schemas.microsoft.com/office/drawing/2014/main" id="{E7698D76-BD9E-8840-6E01-63D0E8A55E4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43">
              <a:extLst>
                <a:ext uri="{FF2B5EF4-FFF2-40B4-BE49-F238E27FC236}">
                  <a16:creationId xmlns:a16="http://schemas.microsoft.com/office/drawing/2014/main" id="{6A0B74DD-91C8-A6A8-9EAB-BF011800C0DA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43">
              <a:extLst>
                <a:ext uri="{FF2B5EF4-FFF2-40B4-BE49-F238E27FC236}">
                  <a16:creationId xmlns:a16="http://schemas.microsoft.com/office/drawing/2014/main" id="{DDA55F10-7990-C81E-D0EB-81C8B7D298FB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52" name="Google Shape;4252;p43">
            <a:extLst>
              <a:ext uri="{FF2B5EF4-FFF2-40B4-BE49-F238E27FC236}">
                <a16:creationId xmlns:a16="http://schemas.microsoft.com/office/drawing/2014/main" id="{9F45FE91-A411-B471-384B-7CB946678E51}"/>
              </a:ext>
            </a:extLst>
          </p:cNvPr>
          <p:cNvGrpSpPr/>
          <p:nvPr/>
        </p:nvGrpSpPr>
        <p:grpSpPr>
          <a:xfrm rot="16200000">
            <a:off x="7153279" y="1604867"/>
            <a:ext cx="1039521" cy="855943"/>
            <a:chOff x="1421488" y="3951845"/>
            <a:chExt cx="698697" cy="575308"/>
          </a:xfrm>
        </p:grpSpPr>
        <p:sp>
          <p:nvSpPr>
            <p:cNvPr id="4253" name="Google Shape;4253;p43">
              <a:extLst>
                <a:ext uri="{FF2B5EF4-FFF2-40B4-BE49-F238E27FC236}">
                  <a16:creationId xmlns:a16="http://schemas.microsoft.com/office/drawing/2014/main" id="{1C4FA1A2-A69C-AEF6-614D-6B73FA0B3486}"/>
                </a:ext>
              </a:extLst>
            </p:cNvPr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43">
              <a:extLst>
                <a:ext uri="{FF2B5EF4-FFF2-40B4-BE49-F238E27FC236}">
                  <a16:creationId xmlns:a16="http://schemas.microsoft.com/office/drawing/2014/main" id="{85BAF6BF-243A-6A8F-2377-01E99A2F7641}"/>
                </a:ext>
              </a:extLst>
            </p:cNvPr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43">
              <a:extLst>
                <a:ext uri="{FF2B5EF4-FFF2-40B4-BE49-F238E27FC236}">
                  <a16:creationId xmlns:a16="http://schemas.microsoft.com/office/drawing/2014/main" id="{7088C579-0E5B-A3AE-8C7C-DFFA14792348}"/>
                </a:ext>
              </a:extLst>
            </p:cNvPr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43">
              <a:extLst>
                <a:ext uri="{FF2B5EF4-FFF2-40B4-BE49-F238E27FC236}">
                  <a16:creationId xmlns:a16="http://schemas.microsoft.com/office/drawing/2014/main" id="{DE5963BC-A0AB-36FA-C2C7-43A374F7D172}"/>
                </a:ext>
              </a:extLst>
            </p:cNvPr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43">
              <a:extLst>
                <a:ext uri="{FF2B5EF4-FFF2-40B4-BE49-F238E27FC236}">
                  <a16:creationId xmlns:a16="http://schemas.microsoft.com/office/drawing/2014/main" id="{81242382-831F-70AB-8500-4CD471C6FFCF}"/>
                </a:ext>
              </a:extLst>
            </p:cNvPr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43">
              <a:extLst>
                <a:ext uri="{FF2B5EF4-FFF2-40B4-BE49-F238E27FC236}">
                  <a16:creationId xmlns:a16="http://schemas.microsoft.com/office/drawing/2014/main" id="{9A15A312-5394-A0DB-E4BC-60847A1BF635}"/>
                </a:ext>
              </a:extLst>
            </p:cNvPr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43">
              <a:extLst>
                <a:ext uri="{FF2B5EF4-FFF2-40B4-BE49-F238E27FC236}">
                  <a16:creationId xmlns:a16="http://schemas.microsoft.com/office/drawing/2014/main" id="{A9A8B643-064F-6FBF-4101-A1D8EEF8E4F7}"/>
                </a:ext>
              </a:extLst>
            </p:cNvPr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0" name="Google Shape;4260;p43">
            <a:extLst>
              <a:ext uri="{FF2B5EF4-FFF2-40B4-BE49-F238E27FC236}">
                <a16:creationId xmlns:a16="http://schemas.microsoft.com/office/drawing/2014/main" id="{55F523F4-41C9-BF43-7B0F-F88FA7BC5284}"/>
              </a:ext>
            </a:extLst>
          </p:cNvPr>
          <p:cNvGrpSpPr/>
          <p:nvPr/>
        </p:nvGrpSpPr>
        <p:grpSpPr>
          <a:xfrm>
            <a:off x="8201892" y="3009776"/>
            <a:ext cx="228872" cy="1594227"/>
            <a:chOff x="425780" y="482769"/>
            <a:chExt cx="127819" cy="561525"/>
          </a:xfrm>
        </p:grpSpPr>
        <p:sp>
          <p:nvSpPr>
            <p:cNvPr id="4261" name="Google Shape;4261;p43">
              <a:extLst>
                <a:ext uri="{FF2B5EF4-FFF2-40B4-BE49-F238E27FC236}">
                  <a16:creationId xmlns:a16="http://schemas.microsoft.com/office/drawing/2014/main" id="{49C4F9DF-8CB1-8BCA-F104-DB47705EA9AC}"/>
                </a:ext>
              </a:extLst>
            </p:cNvPr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43">
              <a:extLst>
                <a:ext uri="{FF2B5EF4-FFF2-40B4-BE49-F238E27FC236}">
                  <a16:creationId xmlns:a16="http://schemas.microsoft.com/office/drawing/2014/main" id="{FE5D0736-7D3E-BF90-4C5A-80F3A6D8F82E}"/>
                </a:ext>
              </a:extLst>
            </p:cNvPr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43">
              <a:extLst>
                <a:ext uri="{FF2B5EF4-FFF2-40B4-BE49-F238E27FC236}">
                  <a16:creationId xmlns:a16="http://schemas.microsoft.com/office/drawing/2014/main" id="{9CC68225-4187-8F7B-A733-290DF1D2A686}"/>
                </a:ext>
              </a:extLst>
            </p:cNvPr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43">
              <a:extLst>
                <a:ext uri="{FF2B5EF4-FFF2-40B4-BE49-F238E27FC236}">
                  <a16:creationId xmlns:a16="http://schemas.microsoft.com/office/drawing/2014/main" id="{3A63000B-96DF-CFA1-DE21-BCEE819CCA8B}"/>
                </a:ext>
              </a:extLst>
            </p:cNvPr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43">
              <a:extLst>
                <a:ext uri="{FF2B5EF4-FFF2-40B4-BE49-F238E27FC236}">
                  <a16:creationId xmlns:a16="http://schemas.microsoft.com/office/drawing/2014/main" id="{3EDC42CA-9C8F-EE4C-9521-9B5F150673F8}"/>
                </a:ext>
              </a:extLst>
            </p:cNvPr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43">
              <a:extLst>
                <a:ext uri="{FF2B5EF4-FFF2-40B4-BE49-F238E27FC236}">
                  <a16:creationId xmlns:a16="http://schemas.microsoft.com/office/drawing/2014/main" id="{D2FFEB72-1CD9-A2E1-4D37-1E716169BDFC}"/>
                </a:ext>
              </a:extLst>
            </p:cNvPr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43">
              <a:extLst>
                <a:ext uri="{FF2B5EF4-FFF2-40B4-BE49-F238E27FC236}">
                  <a16:creationId xmlns:a16="http://schemas.microsoft.com/office/drawing/2014/main" id="{85ED14B4-EA13-8601-9627-9DD726460B6A}"/>
                </a:ext>
              </a:extLst>
            </p:cNvPr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4202;p43">
            <a:extLst>
              <a:ext uri="{FF2B5EF4-FFF2-40B4-BE49-F238E27FC236}">
                <a16:creationId xmlns:a16="http://schemas.microsoft.com/office/drawing/2014/main" id="{4E3B3566-AEBF-FE43-5D11-4975F0F9DF98}"/>
              </a:ext>
            </a:extLst>
          </p:cNvPr>
          <p:cNvSpPr txBox="1">
            <a:spLocks/>
          </p:cNvSpPr>
          <p:nvPr/>
        </p:nvSpPr>
        <p:spPr>
          <a:xfrm>
            <a:off x="2097141" y="2532431"/>
            <a:ext cx="4838131" cy="100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7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4400" dirty="0"/>
              <a:t>Any </a:t>
            </a:r>
            <a:r>
              <a:rPr lang="en-US" sz="4400" dirty="0">
                <a:solidFill>
                  <a:schemeClr val="accent4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65323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ming Channel Pich Deck by Slidesgo">
  <a:themeElements>
    <a:clrScheme name="Simple Light">
      <a:dk1>
        <a:srgbClr val="FFFFFF"/>
      </a:dk1>
      <a:lt1>
        <a:srgbClr val="120035"/>
      </a:lt1>
      <a:dk2>
        <a:srgbClr val="284179"/>
      </a:dk2>
      <a:lt2>
        <a:srgbClr val="122B57"/>
      </a:lt2>
      <a:accent1>
        <a:srgbClr val="007C8F"/>
      </a:accent1>
      <a:accent2>
        <a:srgbClr val="00A1A7"/>
      </a:accent2>
      <a:accent3>
        <a:srgbClr val="00C0DA"/>
      </a:accent3>
      <a:accent4>
        <a:srgbClr val="FF247F"/>
      </a:accent4>
      <a:accent5>
        <a:srgbClr val="A1054E"/>
      </a:accent5>
      <a:accent6>
        <a:srgbClr val="4B032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</TotalTime>
  <Words>491</Words>
  <Application>Microsoft Office PowerPoint</Application>
  <PresentationFormat>On-screen Show (16:9)</PresentationFormat>
  <Paragraphs>111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Open Sans</vt:lpstr>
      <vt:lpstr>Arial</vt:lpstr>
      <vt:lpstr>Montserrat</vt:lpstr>
      <vt:lpstr>Archivo ExtraBold</vt:lpstr>
      <vt:lpstr>Arimo SemiBold</vt:lpstr>
      <vt:lpstr>Anaheim</vt:lpstr>
      <vt:lpstr>Orbitron</vt:lpstr>
      <vt:lpstr>Lato</vt:lpstr>
      <vt:lpstr>Bebas Neue</vt:lpstr>
      <vt:lpstr>Nunito Light</vt:lpstr>
      <vt:lpstr>Gaming Channel Pich Deck by Slidesgo</vt:lpstr>
      <vt:lpstr>Session 7</vt:lpstr>
      <vt:lpstr>Content of session</vt:lpstr>
      <vt:lpstr>2D &amp; 3D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Dive into 3D world</vt:lpstr>
      <vt:lpstr>PowerPoint Presentation</vt:lpstr>
      <vt:lpstr>Controls</vt:lpstr>
      <vt:lpstr>PowerPoint Presentation</vt:lpstr>
      <vt:lpstr>Local and global transform</vt:lpstr>
      <vt:lpstr>PowerPoint Presentation</vt:lpstr>
      <vt:lpstr>Grey Boxing</vt:lpstr>
      <vt:lpstr>Grey Boxing</vt:lpstr>
      <vt:lpstr>Grey Boxing</vt:lpstr>
      <vt:lpstr>PowerPoint Presentation</vt:lpstr>
      <vt:lpstr>PowerPoint Presentation</vt:lpstr>
      <vt:lpstr>PowerPoint Presentation</vt:lpstr>
      <vt:lpstr>Character Controller</vt:lpstr>
      <vt:lpstr>Character Controller</vt:lpstr>
      <vt:lpstr>Assets</vt:lpstr>
      <vt:lpstr>Assets</vt:lpstr>
      <vt:lpstr>Assets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Mohammed;Youssef;Ammar</dc:creator>
  <cp:lastModifiedBy>روان احمد خليل محمد</cp:lastModifiedBy>
  <cp:revision>123</cp:revision>
  <dcterms:modified xsi:type="dcterms:W3CDTF">2026-02-08T15:00:53Z</dcterms:modified>
</cp:coreProperties>
</file>